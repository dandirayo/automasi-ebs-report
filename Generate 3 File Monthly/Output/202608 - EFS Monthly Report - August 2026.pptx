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331" r:id="rId5"/>
    <p:sldId id="2147479791" r:id="rId6"/>
    <p:sldId id="2147479799" r:id="rId7"/>
    <p:sldId id="2147479792" r:id="rId8"/>
    <p:sldId id="2147479793" r:id="rId9"/>
    <p:sldId id="2147479797" r:id="rId10"/>
    <p:sldId id="2147479798" r:id="rId11"/>
    <p:sldId id="265" r:id="rId12"/>
    <p:sldId id="2147479795" r:id="rId13"/>
    <p:sldId id="2147479803" r:id="rId14"/>
    <p:sldId id="2147479801" r:id="rId15"/>
    <p:sldId id="26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7C8C"/>
    <a:srgbClr val="2183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4" dt="2026-08-10T07:35:42.177"/>
    <p1510:client id="{1F541E87-1ACB-A385-4748-143228D0916A}" v="2" dt="2026-08-11T10:17:39.879"/>
    <p1510:client id="{596756E7-33C1-BE71-DD47-7A3B983D7167}" v="186" dt="2026-08-10T07:06:23.647"/>
    <p1510:client id="{7C1ED479-4001-3AE7-F19C-3ACE41354E4C}" v="137" dt="2026-08-10T05:16:03.229"/>
    <p1510:client id="{91D63125-48FF-2376-2B6E-946D7117957F}" v="21" dt="2026-08-10T08:49:50.009"/>
    <p1510:client id="{9BC76409-223E-66EC-0208-F0472873E6FC}" v="4" dt="2026-08-10T07:25:24.794"/>
    <p1510:client id="{AD320266-148D-79D2-D099-A0897CCCDEBF}" v="348" dt="2026-08-10T00:56:35.9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si Artasari Pandean" userId="S::63591@bni.co.id::bee7bc5c-9a51-447e-9be9-b3cea5509ffe" providerId="AD" clId="Web-{7C1ED479-4001-3AE7-F19C-3ACE41354E4C}"/>
    <pc:docChg chg="delSld modSld sldOrd">
      <pc:chgData name="Jessi Artasari Pandean" userId="S::63591@bni.co.id::bee7bc5c-9a51-447e-9be9-b3cea5509ffe" providerId="AD" clId="Web-{7C1ED479-4001-3AE7-F19C-3ACE41354E4C}" dt="2026-08-10T05:16:03.229" v="138"/>
      <pc:docMkLst>
        <pc:docMk/>
      </pc:docMkLst>
      <pc:sldChg chg="del">
        <pc:chgData name="Jessi Artasari Pandean" userId="S::63591@bni.co.id::bee7bc5c-9a51-447e-9be9-b3cea5509ffe" providerId="AD" clId="Web-{7C1ED479-4001-3AE7-F19C-3ACE41354E4C}" dt="2026-08-10T05:16:03.229" v="138"/>
        <pc:sldMkLst>
          <pc:docMk/>
          <pc:sldMk cId="0" sldId="263"/>
        </pc:sldMkLst>
      </pc:sldChg>
      <pc:sldChg chg="modSp">
        <pc:chgData name="Jessi Artasari Pandean" userId="S::63591@bni.co.id::bee7bc5c-9a51-447e-9be9-b3cea5509ffe" providerId="AD" clId="Web-{7C1ED479-4001-3AE7-F19C-3ACE41354E4C}" dt="2026-08-10T05:11:37.328" v="136" actId="1076"/>
        <pc:sldMkLst>
          <pc:docMk/>
          <pc:sldMk cId="3242238177" sldId="2147479798"/>
        </pc:sldMkLst>
        <pc:spChg chg="mod">
          <ac:chgData name="Jessi Artasari Pandean" userId="S::63591@bni.co.id::bee7bc5c-9a51-447e-9be9-b3cea5509ffe" providerId="AD" clId="Web-{7C1ED479-4001-3AE7-F19C-3ACE41354E4C}" dt="2026-08-10T05:11:37.328" v="136" actId="1076"/>
          <ac:spMkLst>
            <pc:docMk/>
            <pc:sldMk cId="3242238177" sldId="2147479798"/>
            <ac:spMk id="11" creationId="{EDF1A267-3F6F-79CB-E405-956B602B4007}"/>
          </ac:spMkLst>
        </pc:spChg>
        <pc:spChg chg="mod">
          <ac:chgData name="Jessi Artasari Pandean" userId="S::63591@bni.co.id::bee7bc5c-9a51-447e-9be9-b3cea5509ffe" providerId="AD" clId="Web-{7C1ED479-4001-3AE7-F19C-3ACE41354E4C}" dt="2026-08-10T05:11:04.108" v="134" actId="20577"/>
          <ac:spMkLst>
            <pc:docMk/>
            <pc:sldMk cId="3242238177" sldId="2147479798"/>
            <ac:spMk id="15" creationId="{BB6FD19F-A4DA-7C7A-4081-6AC895F880F0}"/>
          </ac:spMkLst>
        </pc:spChg>
      </pc:sldChg>
      <pc:sldChg chg="ord">
        <pc:chgData name="Jessi Artasari Pandean" userId="S::63591@bni.co.id::bee7bc5c-9a51-447e-9be9-b3cea5509ffe" providerId="AD" clId="Web-{7C1ED479-4001-3AE7-F19C-3ACE41354E4C}" dt="2026-08-10T05:15:40.869" v="137"/>
        <pc:sldMkLst>
          <pc:docMk/>
          <pc:sldMk cId="1636121798" sldId="2147479803"/>
        </pc:sldMkLst>
      </pc:sldChg>
    </pc:docChg>
  </pc:docChgLst>
  <pc:docChgLst>
    <pc:chgData name="Dandi Prayogatama" userId="S::901191@hq.bni.co.id::627b8d0c-2f52-43dd-9e75-9b5cd649ae6b" providerId="AD" clId="Web-{323B82BA-F36C-A979-9420-980D644AAA0A}"/>
    <pc:docChg chg="addSld delSld modSld sldOrd">
      <pc:chgData name="Dandi Prayogatama" userId="S::901191@hq.bni.co.id::627b8d0c-2f52-43dd-9e75-9b5cd649ae6b" providerId="AD" clId="Web-{323B82BA-F36C-A979-9420-980D644AAA0A}" dt="2026-08-08T06:12:18.991" v="9"/>
      <pc:docMkLst>
        <pc:docMk/>
      </pc:docMkLst>
    </pc:docChg>
  </pc:docChgLst>
  <pc:docChgLst>
    <pc:chgData name="Dandi Prayogatama" userId="S::901191@hq.bni.co.id::627b8d0c-2f52-43dd-9e75-9b5cd649ae6b" providerId="AD" clId="Web-{81D30F51-33C1-898D-E465-DAE7252C314D}"/>
    <pc:docChg chg="modSld">
      <pc:chgData name="Dandi Prayogatama" userId="S::901191@hq.bni.co.id::627b8d0c-2f52-43dd-9e75-9b5cd649ae6b" providerId="AD" clId="Web-{81D30F51-33C1-898D-E465-DAE7252C314D}" dt="2026-08-05T11:18:28.808" v="96" actId="20577"/>
      <pc:docMkLst>
        <pc:docMk/>
      </pc:docMkLst>
    </pc:docChg>
  </pc:docChgLst>
  <pc:docChgLst>
    <pc:chgData name="Jessi Artasari Pandean" userId="S::63591@bni.co.id::bee7bc5c-9a51-447e-9be9-b3cea5509ffe" providerId="AD" clId="Web-{3187EFC0-54BF-AA20-9C52-765AB7F40066}"/>
    <pc:docChg chg="modSld">
      <pc:chgData name="Jessi Artasari Pandean" userId="S::63591@bni.co.id::bee7bc5c-9a51-447e-9be9-b3cea5509ffe" providerId="AD" clId="Web-{3187EFC0-54BF-AA20-9C52-765AB7F40066}" dt="2026-08-06T07:50:52.406" v="10"/>
      <pc:docMkLst>
        <pc:docMk/>
      </pc:docMkLst>
    </pc:docChg>
  </pc:docChgLst>
  <pc:docChgLst>
    <pc:chgData name="Gugun Gunawan" userId="S::901097@hq.bni.co.id::ae238b98-4450-4445-bc4f-a87cb5e6a20d" providerId="AD" clId="Web-{0EDFAE56-21DC-5776-80E5-864A1B4DA1A2}"/>
    <pc:docChg chg="modSld">
      <pc:chgData name="Gugun Gunawan" userId="S::901097@hq.bni.co.id::ae238b98-4450-4445-bc4f-a87cb5e6a20d" providerId="AD" clId="Web-{0EDFAE56-21DC-5776-80E5-864A1B4DA1A2}" dt="2026-08-07T10:07:04.089" v="3"/>
      <pc:docMkLst>
        <pc:docMk/>
      </pc:docMkLst>
    </pc:docChg>
  </pc:docChgLst>
  <pc:docChgLst>
    <pc:chgData name="Dandi Prayogatama" userId="S::901191@hq.bni.co.id::627b8d0c-2f52-43dd-9e75-9b5cd649ae6b" providerId="AD" clId="Web-{FB65EFBD-8586-EEA3-3CB1-7FE3C91357E3}"/>
    <pc:docChg chg="modSld">
      <pc:chgData name="Dandi Prayogatama" userId="S::901191@hq.bni.co.id::627b8d0c-2f52-43dd-9e75-9b5cd649ae6b" providerId="AD" clId="Web-{FB65EFBD-8586-EEA3-3CB1-7FE3C91357E3}" dt="2026-08-07T10:13:24.421" v="8"/>
      <pc:docMkLst>
        <pc:docMk/>
      </pc:docMkLst>
    </pc:docChg>
  </pc:docChgLst>
  <pc:docChgLst>
    <pc:chgData name="Rahmat Pratama Aji" userId="S::901970@hq.bni.co.id::8b5e6750-c897-48f6-ac53-d79722246412" providerId="AD" clId="Web-{7DE6BAD1-F7E9-780B-9999-2FF26F4D8CEE}"/>
    <pc:docChg chg="modSld">
      <pc:chgData name="Rahmat Pratama Aji" userId="S::901970@hq.bni.co.id::8b5e6750-c897-48f6-ac53-d79722246412" providerId="AD" clId="Web-{7DE6BAD1-F7E9-780B-9999-2FF26F4D8CEE}" dt="2026-08-07T09:29:30.878" v="28" actId="14100"/>
      <pc:docMkLst>
        <pc:docMk/>
      </pc:docMkLst>
    </pc:docChg>
  </pc:docChgLst>
  <pc:docChgLst>
    <pc:chgData name="Dandi Prayogatama" userId="S::901191@hq.bni.co.id::627b8d0c-2f52-43dd-9e75-9b5cd649ae6b" providerId="AD" clId="Web-{E2C73A8F-FD69-EF44-F963-524A8B06CF70}"/>
    <pc:docChg chg="modSld">
      <pc:chgData name="Dandi Prayogatama" userId="S::901191@hq.bni.co.id::627b8d0c-2f52-43dd-9e75-9b5cd649ae6b" providerId="AD" clId="Web-{E2C73A8F-FD69-EF44-F963-524A8B06CF70}" dt="2026-08-09T08:36:11.364" v="10" actId="20577"/>
      <pc:docMkLst>
        <pc:docMk/>
      </pc:docMkLst>
      <pc:sldChg chg="modSp">
        <pc:chgData name="Dandi Prayogatama" userId="S::901191@hq.bni.co.id::627b8d0c-2f52-43dd-9e75-9b5cd649ae6b" providerId="AD" clId="Web-{E2C73A8F-FD69-EF44-F963-524A8B06CF70}" dt="2026-08-09T08:36:11.364" v="10" actId="20577"/>
        <pc:sldMkLst>
          <pc:docMk/>
          <pc:sldMk cId="0" sldId="260"/>
        </pc:sldMkLst>
        <pc:spChg chg="mod">
          <ac:chgData name="Dandi Prayogatama" userId="S::901191@hq.bni.co.id::627b8d0c-2f52-43dd-9e75-9b5cd649ae6b" providerId="AD" clId="Web-{E2C73A8F-FD69-EF44-F963-524A8B06CF70}" dt="2026-08-09T08:36:11.364" v="10" actId="20577"/>
          <ac:spMkLst>
            <pc:docMk/>
            <pc:sldMk cId="0" sldId="260"/>
            <ac:spMk id="2" creationId="{00000000-0000-0000-0000-000000000000}"/>
          </ac:spMkLst>
        </pc:spChg>
      </pc:sldChg>
      <pc:sldChg chg="modSp">
        <pc:chgData name="Dandi Prayogatama" userId="S::901191@hq.bni.co.id::627b8d0c-2f52-43dd-9e75-9b5cd649ae6b" providerId="AD" clId="Web-{E2C73A8F-FD69-EF44-F963-524A8B06CF70}" dt="2026-08-09T08:35:52.098" v="5" actId="20577"/>
        <pc:sldMkLst>
          <pc:docMk/>
          <pc:sldMk cId="0" sldId="265"/>
        </pc:sldMkLst>
        <pc:spChg chg="mod">
          <ac:chgData name="Dandi Prayogatama" userId="S::901191@hq.bni.co.id::627b8d0c-2f52-43dd-9e75-9b5cd649ae6b" providerId="AD" clId="Web-{E2C73A8F-FD69-EF44-F963-524A8B06CF70}" dt="2026-08-09T08:35:52.098" v="5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Dandi Prayogatama" userId="S::901191@hq.bni.co.id::627b8d0c-2f52-43dd-9e75-9b5cd649ae6b" providerId="AD" clId="Web-{E2C73A8F-FD69-EF44-F963-524A8B06CF70}" dt="2026-08-09T08:35:37.691" v="0" actId="20577"/>
        <pc:sldMkLst>
          <pc:docMk/>
          <pc:sldMk cId="2974584081" sldId="2147479793"/>
        </pc:sldMkLst>
        <pc:spChg chg="mod">
          <ac:chgData name="Dandi Prayogatama" userId="S::901191@hq.bni.co.id::627b8d0c-2f52-43dd-9e75-9b5cd649ae6b" providerId="AD" clId="Web-{E2C73A8F-FD69-EF44-F963-524A8B06CF70}" dt="2026-08-09T08:35:37.691" v="0" actId="20577"/>
          <ac:spMkLst>
            <pc:docMk/>
            <pc:sldMk cId="2974584081" sldId="2147479793"/>
            <ac:spMk id="2" creationId="{DB74BC38-DF14-4DE4-A396-0638451419F7}"/>
          </ac:spMkLst>
        </pc:spChg>
      </pc:sldChg>
      <pc:sldChg chg="modSp">
        <pc:chgData name="Dandi Prayogatama" userId="S::901191@hq.bni.co.id::627b8d0c-2f52-43dd-9e75-9b5cd649ae6b" providerId="AD" clId="Web-{E2C73A8F-FD69-EF44-F963-524A8B06CF70}" dt="2026-08-09T08:35:57.848" v="8" actId="20577"/>
        <pc:sldMkLst>
          <pc:docMk/>
          <pc:sldMk cId="1663246" sldId="2147479795"/>
        </pc:sldMkLst>
        <pc:spChg chg="mod">
          <ac:chgData name="Dandi Prayogatama" userId="S::901191@hq.bni.co.id::627b8d0c-2f52-43dd-9e75-9b5cd649ae6b" providerId="AD" clId="Web-{E2C73A8F-FD69-EF44-F963-524A8B06CF70}" dt="2026-08-09T08:35:57.848" v="8" actId="20577"/>
          <ac:spMkLst>
            <pc:docMk/>
            <pc:sldMk cId="1663246" sldId="2147479795"/>
            <ac:spMk id="2" creationId="{5D307F28-4463-6B14-9434-D558F62065BE}"/>
          </ac:spMkLst>
        </pc:spChg>
      </pc:sldChg>
      <pc:sldChg chg="modSp">
        <pc:chgData name="Dandi Prayogatama" userId="S::901191@hq.bni.co.id::627b8d0c-2f52-43dd-9e75-9b5cd649ae6b" providerId="AD" clId="Web-{E2C73A8F-FD69-EF44-F963-524A8B06CF70}" dt="2026-08-09T08:35:41.847" v="1" actId="20577"/>
        <pc:sldMkLst>
          <pc:docMk/>
          <pc:sldMk cId="1771006735" sldId="2147479797"/>
        </pc:sldMkLst>
        <pc:spChg chg="mod">
          <ac:chgData name="Dandi Prayogatama" userId="S::901191@hq.bni.co.id::627b8d0c-2f52-43dd-9e75-9b5cd649ae6b" providerId="AD" clId="Web-{E2C73A8F-FD69-EF44-F963-524A8B06CF70}" dt="2026-08-09T08:35:41.847" v="1" actId="20577"/>
          <ac:spMkLst>
            <pc:docMk/>
            <pc:sldMk cId="1771006735" sldId="2147479797"/>
            <ac:spMk id="2" creationId="{00000000-0000-0000-0000-000000000000}"/>
          </ac:spMkLst>
        </pc:spChg>
      </pc:sldChg>
      <pc:sldChg chg="modSp">
        <pc:chgData name="Dandi Prayogatama" userId="S::901191@hq.bni.co.id::627b8d0c-2f52-43dd-9e75-9b5cd649ae6b" providerId="AD" clId="Web-{E2C73A8F-FD69-EF44-F963-524A8B06CF70}" dt="2026-08-09T08:35:47.019" v="3" actId="20577"/>
        <pc:sldMkLst>
          <pc:docMk/>
          <pc:sldMk cId="3242238177" sldId="2147479798"/>
        </pc:sldMkLst>
        <pc:spChg chg="mod">
          <ac:chgData name="Dandi Prayogatama" userId="S::901191@hq.bni.co.id::627b8d0c-2f52-43dd-9e75-9b5cd649ae6b" providerId="AD" clId="Web-{E2C73A8F-FD69-EF44-F963-524A8B06CF70}" dt="2026-08-09T08:35:47.019" v="3" actId="20577"/>
          <ac:spMkLst>
            <pc:docMk/>
            <pc:sldMk cId="3242238177" sldId="2147479798"/>
            <ac:spMk id="2" creationId="{DA8FF566-A409-73AB-990D-F97E52CF8A69}"/>
          </ac:spMkLst>
        </pc:spChg>
      </pc:sldChg>
    </pc:docChg>
  </pc:docChgLst>
  <pc:docChgLst>
    <pc:chgData name="Dandi Prayogatama" userId="S::901191@hq.bni.co.id::627b8d0c-2f52-43dd-9e75-9b5cd649ae6b" providerId="AD" clId="Web-{596756E7-33C1-BE71-DD47-7A3B983D7167}"/>
    <pc:docChg chg="addSld delSld modSld">
      <pc:chgData name="Dandi Prayogatama" userId="S::901191@hq.bni.co.id::627b8d0c-2f52-43dd-9e75-9b5cd649ae6b" providerId="AD" clId="Web-{596756E7-33C1-BE71-DD47-7A3B983D7167}" dt="2026-08-10T07:06:23.647" v="159" actId="20577"/>
      <pc:docMkLst>
        <pc:docMk/>
      </pc:docMkLst>
      <pc:sldChg chg="add del">
        <pc:chgData name="Dandi Prayogatama" userId="S::901191@hq.bni.co.id::627b8d0c-2f52-43dd-9e75-9b5cd649ae6b" providerId="AD" clId="Web-{596756E7-33C1-BE71-DD47-7A3B983D7167}" dt="2026-08-10T06:18:26.826" v="30"/>
        <pc:sldMkLst>
          <pc:docMk/>
          <pc:sldMk cId="3715675339" sldId="257"/>
        </pc:sldMkLst>
      </pc:sldChg>
      <pc:sldChg chg="addSp delSp modSp">
        <pc:chgData name="Dandi Prayogatama" userId="S::901191@hq.bni.co.id::627b8d0c-2f52-43dd-9e75-9b5cd649ae6b" providerId="AD" clId="Web-{596756E7-33C1-BE71-DD47-7A3B983D7167}" dt="2026-08-10T07:04:09.189" v="155"/>
        <pc:sldMkLst>
          <pc:docMk/>
          <pc:sldMk cId="2533151450" sldId="2147479791"/>
        </pc:sldMkLst>
        <pc:picChg chg="add del mod">
          <ac:chgData name="Dandi Prayogatama" userId="S::901191@hq.bni.co.id::627b8d0c-2f52-43dd-9e75-9b5cd649ae6b" providerId="AD" clId="Web-{596756E7-33C1-BE71-DD47-7A3B983D7167}" dt="2026-08-10T07:04:09.189" v="155"/>
          <ac:picMkLst>
            <pc:docMk/>
            <pc:sldMk cId="2533151450" sldId="2147479791"/>
            <ac:picMk id="2" creationId="{218006C6-C2DE-230D-AC7A-A5A83D1BF431}"/>
          </ac:picMkLst>
        </pc:picChg>
        <pc:picChg chg="del">
          <ac:chgData name="Dandi Prayogatama" userId="S::901191@hq.bni.co.id::627b8d0c-2f52-43dd-9e75-9b5cd649ae6b" providerId="AD" clId="Web-{596756E7-33C1-BE71-DD47-7A3B983D7167}" dt="2026-08-10T07:03:54.611" v="149"/>
          <ac:picMkLst>
            <pc:docMk/>
            <pc:sldMk cId="2533151450" sldId="2147479791"/>
            <ac:picMk id="27" creationId="{FDF495DE-8DEF-1E13-09DB-5B75271186CC}"/>
          </ac:picMkLst>
        </pc:picChg>
      </pc:sldChg>
      <pc:sldChg chg="modSp">
        <pc:chgData name="Dandi Prayogatama" userId="S::901191@hq.bni.co.id::627b8d0c-2f52-43dd-9e75-9b5cd649ae6b" providerId="AD" clId="Web-{596756E7-33C1-BE71-DD47-7A3B983D7167}" dt="2026-08-10T07:04:30.768" v="156" actId="20577"/>
        <pc:sldMkLst>
          <pc:docMk/>
          <pc:sldMk cId="2974584081" sldId="2147479793"/>
        </pc:sldMkLst>
        <pc:spChg chg="mod">
          <ac:chgData name="Dandi Prayogatama" userId="S::901191@hq.bni.co.id::627b8d0c-2f52-43dd-9e75-9b5cd649ae6b" providerId="AD" clId="Web-{596756E7-33C1-BE71-DD47-7A3B983D7167}" dt="2026-08-10T07:04:30.768" v="156" actId="20577"/>
          <ac:spMkLst>
            <pc:docMk/>
            <pc:sldMk cId="2974584081" sldId="2147479793"/>
            <ac:spMk id="2" creationId="{DB74BC38-DF14-4DE4-A396-0638451419F7}"/>
          </ac:spMkLst>
        </pc:spChg>
        <pc:graphicFrameChg chg="mod modGraphic">
          <ac:chgData name="Dandi Prayogatama" userId="S::901191@hq.bni.co.id::627b8d0c-2f52-43dd-9e75-9b5cd649ae6b" providerId="AD" clId="Web-{596756E7-33C1-BE71-DD47-7A3B983D7167}" dt="2026-08-10T06:39:12.636" v="72"/>
          <ac:graphicFrameMkLst>
            <pc:docMk/>
            <pc:sldMk cId="2974584081" sldId="2147479793"/>
            <ac:graphicFrameMk id="6" creationId="{2D873495-A425-40E9-1526-799964AF1F43}"/>
          </ac:graphicFrameMkLst>
        </pc:graphicFrameChg>
      </pc:sldChg>
      <pc:sldChg chg="addSp delSp modSp">
        <pc:chgData name="Dandi Prayogatama" userId="S::901191@hq.bni.co.id::627b8d0c-2f52-43dd-9e75-9b5cd649ae6b" providerId="AD" clId="Web-{596756E7-33C1-BE71-DD47-7A3B983D7167}" dt="2026-08-10T06:39:54.388" v="84"/>
        <pc:sldMkLst>
          <pc:docMk/>
          <pc:sldMk cId="1663246" sldId="2147479795"/>
        </pc:sldMkLst>
        <pc:spChg chg="add mod">
          <ac:chgData name="Dandi Prayogatama" userId="S::901191@hq.bni.co.id::627b8d0c-2f52-43dd-9e75-9b5cd649ae6b" providerId="AD" clId="Web-{596756E7-33C1-BE71-DD47-7A3B983D7167}" dt="2026-08-10T06:15:41.023" v="25" actId="20577"/>
          <ac:spMkLst>
            <pc:docMk/>
            <pc:sldMk cId="1663246" sldId="2147479795"/>
            <ac:spMk id="10" creationId="{6944597A-3E74-677B-50AE-5396472A2FF1}"/>
          </ac:spMkLst>
        </pc:spChg>
        <pc:spChg chg="del">
          <ac:chgData name="Dandi Prayogatama" userId="S::901191@hq.bni.co.id::627b8d0c-2f52-43dd-9e75-9b5cd649ae6b" providerId="AD" clId="Web-{596756E7-33C1-BE71-DD47-7A3B983D7167}" dt="2026-08-10T06:24:39.917" v="48"/>
          <ac:spMkLst>
            <pc:docMk/>
            <pc:sldMk cId="1663246" sldId="2147479795"/>
            <ac:spMk id="20" creationId="{9D32EDCC-E846-D6E5-841B-492BC9F01708}"/>
          </ac:spMkLst>
        </pc:spChg>
        <pc:graphicFrameChg chg="add del mod">
          <ac:chgData name="Dandi Prayogatama" userId="S::901191@hq.bni.co.id::627b8d0c-2f52-43dd-9e75-9b5cd649ae6b" providerId="AD" clId="Web-{596756E7-33C1-BE71-DD47-7A3B983D7167}" dt="2026-08-10T06:04:53.750" v="7"/>
          <ac:graphicFrameMkLst>
            <pc:docMk/>
            <pc:sldMk cId="1663246" sldId="2147479795"/>
            <ac:graphicFrameMk id="6" creationId="{42AEB0A4-3D82-5CC7-4A21-645CC6DCCD99}"/>
          </ac:graphicFrameMkLst>
        </pc:graphicFrameChg>
        <pc:graphicFrameChg chg="add del">
          <ac:chgData name="Dandi Prayogatama" userId="S::901191@hq.bni.co.id::627b8d0c-2f52-43dd-9e75-9b5cd649ae6b" providerId="AD" clId="Web-{596756E7-33C1-BE71-DD47-7A3B983D7167}" dt="2026-08-10T06:04:45.703" v="5"/>
          <ac:graphicFrameMkLst>
            <pc:docMk/>
            <pc:sldMk cId="1663246" sldId="2147479795"/>
            <ac:graphicFrameMk id="7" creationId="{D3AC5FC2-D310-FAA2-1A1C-E348BF2F7B11}"/>
          </ac:graphicFrameMkLst>
        </pc:graphicFrameChg>
        <pc:graphicFrameChg chg="add del mod">
          <ac:chgData name="Dandi Prayogatama" userId="S::901191@hq.bni.co.id::627b8d0c-2f52-43dd-9e75-9b5cd649ae6b" providerId="AD" clId="Web-{596756E7-33C1-BE71-DD47-7A3B983D7167}" dt="2026-08-10T06:05:14.329" v="9"/>
          <ac:graphicFrameMkLst>
            <pc:docMk/>
            <pc:sldMk cId="1663246" sldId="2147479795"/>
            <ac:graphicFrameMk id="9" creationId="{56FA528B-EAFC-D696-E447-0327D33EDB8D}"/>
          </ac:graphicFrameMkLst>
        </pc:graphicFrameChg>
        <pc:graphicFrameChg chg="add del mod">
          <ac:chgData name="Dandi Prayogatama" userId="S::901191@hq.bni.co.id::627b8d0c-2f52-43dd-9e75-9b5cd649ae6b" providerId="AD" clId="Web-{596756E7-33C1-BE71-DD47-7A3B983D7167}" dt="2026-08-10T06:15:46.258" v="27"/>
          <ac:graphicFrameMkLst>
            <pc:docMk/>
            <pc:sldMk cId="1663246" sldId="2147479795"/>
            <ac:graphicFrameMk id="12" creationId="{5BFC7981-6F14-6BCB-E127-2BDD75CA7CB8}"/>
          </ac:graphicFrameMkLst>
        </pc:graphicFrameChg>
        <pc:graphicFrameChg chg="add mod modGraphic">
          <ac:chgData name="Dandi Prayogatama" userId="S::901191@hq.bni.co.id::627b8d0c-2f52-43dd-9e75-9b5cd649ae6b" providerId="AD" clId="Web-{596756E7-33C1-BE71-DD47-7A3B983D7167}" dt="2026-08-10T06:39:54.388" v="84"/>
          <ac:graphicFrameMkLst>
            <pc:docMk/>
            <pc:sldMk cId="1663246" sldId="2147479795"/>
            <ac:graphicFrameMk id="14" creationId="{FD6346CA-5468-BEF1-292C-0C9EC2860E46}"/>
          </ac:graphicFrameMkLst>
        </pc:graphicFrameChg>
      </pc:sldChg>
      <pc:sldChg chg="modSp">
        <pc:chgData name="Dandi Prayogatama" userId="S::901191@hq.bni.co.id::627b8d0c-2f52-43dd-9e75-9b5cd649ae6b" providerId="AD" clId="Web-{596756E7-33C1-BE71-DD47-7A3B983D7167}" dt="2026-08-10T07:06:23.647" v="159" actId="20577"/>
        <pc:sldMkLst>
          <pc:docMk/>
          <pc:sldMk cId="1771006735" sldId="2147479797"/>
        </pc:sldMkLst>
        <pc:spChg chg="mod">
          <ac:chgData name="Dandi Prayogatama" userId="S::901191@hq.bni.co.id::627b8d0c-2f52-43dd-9e75-9b5cd649ae6b" providerId="AD" clId="Web-{596756E7-33C1-BE71-DD47-7A3B983D7167}" dt="2026-08-10T07:06:23.647" v="159" actId="20577"/>
          <ac:spMkLst>
            <pc:docMk/>
            <pc:sldMk cId="1771006735" sldId="2147479797"/>
            <ac:spMk id="2" creationId="{00000000-0000-0000-0000-000000000000}"/>
          </ac:spMkLst>
        </pc:spChg>
      </pc:sldChg>
      <pc:sldChg chg="modSp">
        <pc:chgData name="Dandi Prayogatama" userId="S::901191@hq.bni.co.id::627b8d0c-2f52-43dd-9e75-9b5cd649ae6b" providerId="AD" clId="Web-{596756E7-33C1-BE71-DD47-7A3B983D7167}" dt="2026-08-10T07:05:47.802" v="158"/>
        <pc:sldMkLst>
          <pc:docMk/>
          <pc:sldMk cId="1636121798" sldId="2147479803"/>
        </pc:sldMkLst>
        <pc:graphicFrameChg chg="mod modGraphic">
          <ac:chgData name="Dandi Prayogatama" userId="S::901191@hq.bni.co.id::627b8d0c-2f52-43dd-9e75-9b5cd649ae6b" providerId="AD" clId="Web-{596756E7-33C1-BE71-DD47-7A3B983D7167}" dt="2026-08-10T07:05:47.802" v="158"/>
          <ac:graphicFrameMkLst>
            <pc:docMk/>
            <pc:sldMk cId="1636121798" sldId="2147479803"/>
            <ac:graphicFrameMk id="5" creationId="{28199921-CD3F-C9FB-20EA-58BB1D50AF9E}"/>
          </ac:graphicFrameMkLst>
        </pc:graphicFrameChg>
      </pc:sldChg>
      <pc:sldMasterChg chg="addSldLayout">
        <pc:chgData name="Dandi Prayogatama" userId="S::901191@hq.bni.co.id::627b8d0c-2f52-43dd-9e75-9b5cd649ae6b" providerId="AD" clId="Web-{596756E7-33C1-BE71-DD47-7A3B983D7167}" dt="2026-08-10T06:18:18.341" v="28"/>
        <pc:sldMasterMkLst>
          <pc:docMk/>
          <pc:sldMasterMk cId="0" sldId="2147483648"/>
        </pc:sldMasterMkLst>
        <pc:sldLayoutChg chg="add">
          <pc:chgData name="Dandi Prayogatama" userId="S::901191@hq.bni.co.id::627b8d0c-2f52-43dd-9e75-9b5cd649ae6b" providerId="AD" clId="Web-{596756E7-33C1-BE71-DD47-7A3B983D7167}" dt="2026-08-10T06:18:18.341" v="28"/>
          <pc:sldLayoutMkLst>
            <pc:docMk/>
            <pc:sldMasterMk cId="0" sldId="2147483648"/>
            <pc:sldLayoutMk cId="3434892648" sldId="2147483652"/>
          </pc:sldLayoutMkLst>
        </pc:sldLayoutChg>
      </pc:sldMasterChg>
    </pc:docChg>
  </pc:docChgLst>
  <pc:docChgLst>
    <pc:chgData name="Dandi Prayogatama" userId="S::901191@hq.bni.co.id::627b8d0c-2f52-43dd-9e75-9b5cd649ae6b" providerId="AD" clId="Web-{7069A7BE-2561-A05B-0EC5-84F4CF63DA51}"/>
    <pc:docChg chg="addSld delSld modSld">
      <pc:chgData name="Dandi Prayogatama" userId="S::901191@hq.bni.co.id::627b8d0c-2f52-43dd-9e75-9b5cd649ae6b" providerId="AD" clId="Web-{7069A7BE-2561-A05B-0EC5-84F4CF63DA51}" dt="2026-08-09T09:27:43.300" v="136" actId="1076"/>
      <pc:docMkLst>
        <pc:docMk/>
      </pc:docMkLst>
      <pc:sldChg chg="add">
        <pc:chgData name="Dandi Prayogatama" userId="S::901191@hq.bni.co.id::627b8d0c-2f52-43dd-9e75-9b5cd649ae6b" providerId="AD" clId="Web-{7069A7BE-2561-A05B-0EC5-84F4CF63DA51}" dt="2026-08-09T09:03:20.408" v="0"/>
        <pc:sldMkLst>
          <pc:docMk/>
          <pc:sldMk cId="3255606608" sldId="2147479799"/>
        </pc:sldMkLst>
      </pc:sldChg>
      <pc:sldChg chg="addSp delSp modSp add replId">
        <pc:chgData name="Dandi Prayogatama" userId="S::901191@hq.bni.co.id::627b8d0c-2f52-43dd-9e75-9b5cd649ae6b" providerId="AD" clId="Web-{7069A7BE-2561-A05B-0EC5-84F4CF63DA51}" dt="2026-08-09T09:27:43.300" v="136" actId="1076"/>
        <pc:sldMkLst>
          <pc:docMk/>
          <pc:sldMk cId="1812877911" sldId="2147479801"/>
        </pc:sldMkLst>
        <pc:spChg chg="add mod">
          <ac:chgData name="Dandi Prayogatama" userId="S::901191@hq.bni.co.id::627b8d0c-2f52-43dd-9e75-9b5cd649ae6b" providerId="AD" clId="Web-{7069A7BE-2561-A05B-0EC5-84F4CF63DA51}" dt="2026-08-09T09:06:25.695" v="99" actId="1076"/>
          <ac:spMkLst>
            <pc:docMk/>
            <pc:sldMk cId="1812877911" sldId="2147479801"/>
            <ac:spMk id="5" creationId="{67B1B8D9-E64F-4D30-29BC-91395AAAA3F7}"/>
          </ac:spMkLst>
        </pc:spChg>
        <pc:graphicFrameChg chg="add mod modGraphic">
          <ac:chgData name="Dandi Prayogatama" userId="S::901191@hq.bni.co.id::627b8d0c-2f52-43dd-9e75-9b5cd649ae6b" providerId="AD" clId="Web-{7069A7BE-2561-A05B-0EC5-84F4CF63DA51}" dt="2026-08-09T09:27:42.082" v="134"/>
          <ac:graphicFrameMkLst>
            <pc:docMk/>
            <pc:sldMk cId="1812877911" sldId="2147479801"/>
            <ac:graphicFrameMk id="8" creationId="{F2F1912A-9E69-9DD8-BF96-BD0612603996}"/>
          </ac:graphicFrameMkLst>
        </pc:graphicFrameChg>
        <pc:graphicFrameChg chg="add mod">
          <ac:chgData name="Dandi Prayogatama" userId="S::901191@hq.bni.co.id::627b8d0c-2f52-43dd-9e75-9b5cd649ae6b" providerId="AD" clId="Web-{7069A7BE-2561-A05B-0EC5-84F4CF63DA51}" dt="2026-08-09T09:27:43.300" v="136" actId="1076"/>
          <ac:graphicFrameMkLst>
            <pc:docMk/>
            <pc:sldMk cId="1812877911" sldId="2147479801"/>
            <ac:graphicFrameMk id="13" creationId="{CB36E1C5-EBE7-AD9D-EA96-131BC2DAE6A6}"/>
          </ac:graphicFrameMkLst>
        </pc:graphicFrameChg>
      </pc:sldChg>
    </pc:docChg>
  </pc:docChgLst>
  <pc:docChgLst>
    <pc:chgData name="Fajra Risqulla" userId="S::70558@hq.bni.co.id::9146a555-94d4-4dc2-9a83-976dce77e1b2" providerId="AD" clId="Web-{77F100B2-4856-0705-0B70-125C29802156}"/>
    <pc:docChg chg="modSld">
      <pc:chgData name="Fajra Risqulla" userId="S::70558@hq.bni.co.id::9146a555-94d4-4dc2-9a83-976dce77e1b2" providerId="AD" clId="Web-{77F100B2-4856-0705-0B70-125C29802156}" dt="2026-08-06T07:41:27.684" v="43"/>
      <pc:docMkLst>
        <pc:docMk/>
      </pc:docMkLst>
      <pc:sldChg chg="modSp">
        <pc:chgData name="Fajra Risqulla" userId="S::70558@hq.bni.co.id::9146a555-94d4-4dc2-9a83-976dce77e1b2" providerId="AD" clId="Web-{77F100B2-4856-0705-0B70-125C29802156}" dt="2026-08-06T07:41:27.684" v="43"/>
        <pc:sldMkLst>
          <pc:docMk/>
          <pc:sldMk cId="0" sldId="260"/>
        </pc:sldMkLst>
        <pc:graphicFrameChg chg="mod modGraphic">
          <ac:chgData name="Fajra Risqulla" userId="S::70558@hq.bni.co.id::9146a555-94d4-4dc2-9a83-976dce77e1b2" providerId="AD" clId="Web-{77F100B2-4856-0705-0B70-125C29802156}" dt="2026-08-06T07:41:27.684" v="43"/>
          <ac:graphicFrameMkLst>
            <pc:docMk/>
            <pc:sldMk cId="0" sldId="260"/>
            <ac:graphicFrameMk id="24" creationId="{00000000-0000-0000-0000-000000000000}"/>
          </ac:graphicFrameMkLst>
        </pc:graphicFrameChg>
      </pc:sldChg>
    </pc:docChg>
  </pc:docChgLst>
  <pc:docChgLst>
    <pc:chgData name="Dandi Prayogatama" userId="S::901191@hq.bni.co.id::627b8d0c-2f52-43dd-9e75-9b5cd649ae6b" providerId="AD" clId="Web-{D737DFF6-9ED4-9A5C-501E-D43E09B2AA21}"/>
    <pc:docChg chg="addSld delSld modSld">
      <pc:chgData name="Dandi Prayogatama" userId="S::901191@hq.bni.co.id::627b8d0c-2f52-43dd-9e75-9b5cd649ae6b" providerId="AD" clId="Web-{D737DFF6-9ED4-9A5C-501E-D43E09B2AA21}" dt="2026-08-07T10:15:31.124" v="15"/>
      <pc:docMkLst>
        <pc:docMk/>
      </pc:docMkLst>
    </pc:docChg>
  </pc:docChgLst>
  <pc:docChgLst>
    <pc:chgData name="Fajra Risqulla" userId="S::70558@hq.bni.co.id::9146a555-94d4-4dc2-9a83-976dce77e1b2" providerId="AD" clId="Web-{AC084BAC-0A0F-76AC-7464-E709BB20D32E}"/>
    <pc:docChg chg="modSld">
      <pc:chgData name="Fajra Risqulla" userId="S::70558@hq.bni.co.id::9146a555-94d4-4dc2-9a83-976dce77e1b2" providerId="AD" clId="Web-{AC084BAC-0A0F-76AC-7464-E709BB20D32E}" dt="2026-08-06T08:18:50.244" v="380" actId="14100"/>
      <pc:docMkLst>
        <pc:docMk/>
      </pc:docMkLst>
      <pc:sldChg chg="modSp">
        <pc:chgData name="Fajra Risqulla" userId="S::70558@hq.bni.co.id::9146a555-94d4-4dc2-9a83-976dce77e1b2" providerId="AD" clId="Web-{AC084BAC-0A0F-76AC-7464-E709BB20D32E}" dt="2026-08-06T08:09:47.271" v="378"/>
        <pc:sldMkLst>
          <pc:docMk/>
          <pc:sldMk cId="0" sldId="260"/>
        </pc:sldMkLst>
        <pc:graphicFrameChg chg="mod modGraphic">
          <ac:chgData name="Fajra Risqulla" userId="S::70558@hq.bni.co.id::9146a555-94d4-4dc2-9a83-976dce77e1b2" providerId="AD" clId="Web-{AC084BAC-0A0F-76AC-7464-E709BB20D32E}" dt="2026-08-06T08:09:47.271" v="378"/>
          <ac:graphicFrameMkLst>
            <pc:docMk/>
            <pc:sldMk cId="0" sldId="260"/>
            <ac:graphicFrameMk id="24" creationId="{00000000-0000-0000-0000-000000000000}"/>
          </ac:graphicFrameMkLst>
        </pc:graphicFrameChg>
      </pc:sldChg>
      <pc:sldChg chg="modSp">
        <pc:chgData name="Fajra Risqulla" userId="S::70558@hq.bni.co.id::9146a555-94d4-4dc2-9a83-976dce77e1b2" providerId="AD" clId="Web-{AC084BAC-0A0F-76AC-7464-E709BB20D32E}" dt="2026-08-06T07:54:47.396" v="0" actId="1076"/>
        <pc:sldMkLst>
          <pc:docMk/>
          <pc:sldMk cId="1576181961" sldId="331"/>
        </pc:sldMkLst>
        <pc:picChg chg="mod">
          <ac:chgData name="Fajra Risqulla" userId="S::70558@hq.bni.co.id::9146a555-94d4-4dc2-9a83-976dce77e1b2" providerId="AD" clId="Web-{AC084BAC-0A0F-76AC-7464-E709BB20D32E}" dt="2026-08-06T07:54:47.396" v="0" actId="1076"/>
          <ac:picMkLst>
            <pc:docMk/>
            <pc:sldMk cId="1576181961" sldId="331"/>
            <ac:picMk id="9" creationId="{A9FACD80-0914-874F-BA32-E1F079806B26}"/>
          </ac:picMkLst>
        </pc:picChg>
      </pc:sldChg>
    </pc:docChg>
  </pc:docChgLst>
  <pc:docChgLst>
    <pc:chgData name="Rahmat Pratama Aji" userId="S::901970@hq.bni.co.id::8b5e6750-c897-48f6-ac53-d79722246412" providerId="AD" clId="Web-{9C52FC77-59C4-CAC4-681E-674ADD08D924}"/>
    <pc:docChg chg="addSld delSld modSld">
      <pc:chgData name="Rahmat Pratama Aji" userId="S::901970@hq.bni.co.id::8b5e6750-c897-48f6-ac53-d79722246412" providerId="AD" clId="Web-{9C52FC77-59C4-CAC4-681E-674ADD08D924}" dt="2026-08-09T09:14:42.964" v="51" actId="1076"/>
      <pc:docMkLst>
        <pc:docMk/>
      </pc:docMkLst>
      <pc:sldChg chg="add">
        <pc:chgData name="Rahmat Pratama Aji" userId="S::901970@hq.bni.co.id::8b5e6750-c897-48f6-ac53-d79722246412" providerId="AD" clId="Web-{9C52FC77-59C4-CAC4-681E-674ADD08D924}" dt="2026-08-09T07:57:56.280" v="12"/>
        <pc:sldMkLst>
          <pc:docMk/>
          <pc:sldMk cId="1771006735" sldId="2147479797"/>
        </pc:sldMkLst>
      </pc:sldChg>
      <pc:sldChg chg="modSp add">
        <pc:chgData name="Rahmat Pratama Aji" userId="S::901970@hq.bni.co.id::8b5e6750-c897-48f6-ac53-d79722246412" providerId="AD" clId="Web-{9C52FC77-59C4-CAC4-681E-674ADD08D924}" dt="2026-08-09T07:59:15.220" v="34" actId="14100"/>
        <pc:sldMkLst>
          <pc:docMk/>
          <pc:sldMk cId="3242238177" sldId="2147479798"/>
        </pc:sldMkLst>
        <pc:spChg chg="mod">
          <ac:chgData name="Rahmat Pratama Aji" userId="S::901970@hq.bni.co.id::8b5e6750-c897-48f6-ac53-d79722246412" providerId="AD" clId="Web-{9C52FC77-59C4-CAC4-681E-674ADD08D924}" dt="2026-08-09T07:58:54.297" v="16" actId="1076"/>
          <ac:spMkLst>
            <pc:docMk/>
            <pc:sldMk cId="3242238177" sldId="2147479798"/>
            <ac:spMk id="6" creationId="{0C3361FC-90E9-4DA2-A09B-77BF0F3796D3}"/>
          </ac:spMkLst>
        </pc:spChg>
        <pc:spChg chg="mod">
          <ac:chgData name="Rahmat Pratama Aji" userId="S::901970@hq.bni.co.id::8b5e6750-c897-48f6-ac53-d79722246412" providerId="AD" clId="Web-{9C52FC77-59C4-CAC4-681E-674ADD08D924}" dt="2026-08-09T07:58:54.329" v="17" actId="1076"/>
          <ac:spMkLst>
            <pc:docMk/>
            <pc:sldMk cId="3242238177" sldId="2147479798"/>
            <ac:spMk id="7" creationId="{416E8AB7-2072-A805-A492-5DCA9CB29AE4}"/>
          </ac:spMkLst>
        </pc:spChg>
        <pc:spChg chg="mod">
          <ac:chgData name="Rahmat Pratama Aji" userId="S::901970@hq.bni.co.id::8b5e6750-c897-48f6-ac53-d79722246412" providerId="AD" clId="Web-{9C52FC77-59C4-CAC4-681E-674ADD08D924}" dt="2026-08-09T07:58:54.344" v="18" actId="1076"/>
          <ac:spMkLst>
            <pc:docMk/>
            <pc:sldMk cId="3242238177" sldId="2147479798"/>
            <ac:spMk id="8" creationId="{66DBF72C-2FB2-AC59-20CE-D65F93945B2F}"/>
          </ac:spMkLst>
        </pc:spChg>
        <pc:spChg chg="mod">
          <ac:chgData name="Rahmat Pratama Aji" userId="S::901970@hq.bni.co.id::8b5e6750-c897-48f6-ac53-d79722246412" providerId="AD" clId="Web-{9C52FC77-59C4-CAC4-681E-674ADD08D924}" dt="2026-08-09T07:58:54.360" v="19" actId="1076"/>
          <ac:spMkLst>
            <pc:docMk/>
            <pc:sldMk cId="3242238177" sldId="2147479798"/>
            <ac:spMk id="9" creationId="{37883EEA-A78A-1216-FA94-3878C0274561}"/>
          </ac:spMkLst>
        </pc:spChg>
        <pc:spChg chg="mod">
          <ac:chgData name="Rahmat Pratama Aji" userId="S::901970@hq.bni.co.id::8b5e6750-c897-48f6-ac53-d79722246412" providerId="AD" clId="Web-{9C52FC77-59C4-CAC4-681E-674ADD08D924}" dt="2026-08-09T07:58:54.376" v="20" actId="1076"/>
          <ac:spMkLst>
            <pc:docMk/>
            <pc:sldMk cId="3242238177" sldId="2147479798"/>
            <ac:spMk id="10" creationId="{25532FC5-F1C4-BB86-6F16-3F952B9FCBF2}"/>
          </ac:spMkLst>
        </pc:spChg>
        <pc:spChg chg="mod">
          <ac:chgData name="Rahmat Pratama Aji" userId="S::901970@hq.bni.co.id::8b5e6750-c897-48f6-ac53-d79722246412" providerId="AD" clId="Web-{9C52FC77-59C4-CAC4-681E-674ADD08D924}" dt="2026-08-09T07:58:54.407" v="21" actId="1076"/>
          <ac:spMkLst>
            <pc:docMk/>
            <pc:sldMk cId="3242238177" sldId="2147479798"/>
            <ac:spMk id="11" creationId="{EDF1A267-3F6F-79CB-E405-956B602B4007}"/>
          </ac:spMkLst>
        </pc:spChg>
        <pc:spChg chg="mod">
          <ac:chgData name="Rahmat Pratama Aji" userId="S::901970@hq.bni.co.id::8b5e6750-c897-48f6-ac53-d79722246412" providerId="AD" clId="Web-{9C52FC77-59C4-CAC4-681E-674ADD08D924}" dt="2026-08-09T07:58:54.423" v="22" actId="1076"/>
          <ac:spMkLst>
            <pc:docMk/>
            <pc:sldMk cId="3242238177" sldId="2147479798"/>
            <ac:spMk id="14" creationId="{B9AB5BB1-96FE-B382-AC42-1B992DF3666D}"/>
          </ac:spMkLst>
        </pc:spChg>
        <pc:spChg chg="mod">
          <ac:chgData name="Rahmat Pratama Aji" userId="S::901970@hq.bni.co.id::8b5e6750-c897-48f6-ac53-d79722246412" providerId="AD" clId="Web-{9C52FC77-59C4-CAC4-681E-674ADD08D924}" dt="2026-08-09T07:58:54.438" v="23" actId="1076"/>
          <ac:spMkLst>
            <pc:docMk/>
            <pc:sldMk cId="3242238177" sldId="2147479798"/>
            <ac:spMk id="15" creationId="{BB6FD19F-A4DA-7C7A-4081-6AC895F880F0}"/>
          </ac:spMkLst>
        </pc:spChg>
        <pc:spChg chg="mod">
          <ac:chgData name="Rahmat Pratama Aji" userId="S::901970@hq.bni.co.id::8b5e6750-c897-48f6-ac53-d79722246412" providerId="AD" clId="Web-{9C52FC77-59C4-CAC4-681E-674ADD08D924}" dt="2026-08-09T07:58:54.454" v="24" actId="1076"/>
          <ac:spMkLst>
            <pc:docMk/>
            <pc:sldMk cId="3242238177" sldId="2147479798"/>
            <ac:spMk id="19" creationId="{F30E5764-6F3F-E835-BB5B-CF7626F7873B}"/>
          </ac:spMkLst>
        </pc:spChg>
        <pc:spChg chg="mod">
          <ac:chgData name="Rahmat Pratama Aji" userId="S::901970@hq.bni.co.id::8b5e6750-c897-48f6-ac53-d79722246412" providerId="AD" clId="Web-{9C52FC77-59C4-CAC4-681E-674ADD08D924}" dt="2026-08-09T07:58:54.469" v="25" actId="1076"/>
          <ac:spMkLst>
            <pc:docMk/>
            <pc:sldMk cId="3242238177" sldId="2147479798"/>
            <ac:spMk id="20" creationId="{2B0C249F-8DF9-CD04-9EFB-10DD730EDE3A}"/>
          </ac:spMkLst>
        </pc:spChg>
        <pc:spChg chg="mod">
          <ac:chgData name="Rahmat Pratama Aji" userId="S::901970@hq.bni.co.id::8b5e6750-c897-48f6-ac53-d79722246412" providerId="AD" clId="Web-{9C52FC77-59C4-CAC4-681E-674ADD08D924}" dt="2026-08-09T07:58:54.501" v="27" actId="1076"/>
          <ac:spMkLst>
            <pc:docMk/>
            <pc:sldMk cId="3242238177" sldId="2147479798"/>
            <ac:spMk id="32" creationId="{3A05CDF4-E50D-EDF6-E86C-25D1064A9D03}"/>
          </ac:spMkLst>
        </pc:spChg>
        <pc:spChg chg="mod">
          <ac:chgData name="Rahmat Pratama Aji" userId="S::901970@hq.bni.co.id::8b5e6750-c897-48f6-ac53-d79722246412" providerId="AD" clId="Web-{9C52FC77-59C4-CAC4-681E-674ADD08D924}" dt="2026-08-09T07:58:54.532" v="28" actId="1076"/>
          <ac:spMkLst>
            <pc:docMk/>
            <pc:sldMk cId="3242238177" sldId="2147479798"/>
            <ac:spMk id="33" creationId="{174F5F6E-88AB-FDCB-8FF1-51096DB1F3B7}"/>
          </ac:spMkLst>
        </pc:spChg>
        <pc:picChg chg="mod">
          <ac:chgData name="Rahmat Pratama Aji" userId="S::901970@hq.bni.co.id::8b5e6750-c897-48f6-ac53-d79722246412" providerId="AD" clId="Web-{9C52FC77-59C4-CAC4-681E-674ADD08D924}" dt="2026-08-09T07:59:15.220" v="34" actId="14100"/>
          <ac:picMkLst>
            <pc:docMk/>
            <pc:sldMk cId="3242238177" sldId="2147479798"/>
            <ac:picMk id="16" creationId="{3CA4E0BF-252A-EFAB-DBD0-76C53CC0729D}"/>
          </ac:picMkLst>
        </pc:picChg>
        <pc:picChg chg="mod">
          <ac:chgData name="Rahmat Pratama Aji" userId="S::901970@hq.bni.co.id::8b5e6750-c897-48f6-ac53-d79722246412" providerId="AD" clId="Web-{9C52FC77-59C4-CAC4-681E-674ADD08D924}" dt="2026-08-09T07:58:58.516" v="29" actId="1076"/>
          <ac:picMkLst>
            <pc:docMk/>
            <pc:sldMk cId="3242238177" sldId="2147479798"/>
            <ac:picMk id="28" creationId="{EDC9D1AE-CBEE-DD96-DEE1-A411DEE13BDB}"/>
          </ac:picMkLst>
        </pc:picChg>
      </pc:sldChg>
      <pc:sldChg chg="modSp">
        <pc:chgData name="Rahmat Pratama Aji" userId="S::901970@hq.bni.co.id::8b5e6750-c897-48f6-ac53-d79722246412" providerId="AD" clId="Web-{9C52FC77-59C4-CAC4-681E-674ADD08D924}" dt="2026-08-09T09:14:33.729" v="50" actId="1076"/>
        <pc:sldMkLst>
          <pc:docMk/>
          <pc:sldMk cId="1812877911" sldId="2147479801"/>
        </pc:sldMkLst>
        <pc:spChg chg="mod">
          <ac:chgData name="Rahmat Pratama Aji" userId="S::901970@hq.bni.co.id::8b5e6750-c897-48f6-ac53-d79722246412" providerId="AD" clId="Web-{9C52FC77-59C4-CAC4-681E-674ADD08D924}" dt="2026-08-09T09:14:33.729" v="50" actId="1076"/>
          <ac:spMkLst>
            <pc:docMk/>
            <pc:sldMk cId="1812877911" sldId="2147479801"/>
            <ac:spMk id="5" creationId="{67B1B8D9-E64F-4D30-29BC-91395AAAA3F7}"/>
          </ac:spMkLst>
        </pc:spChg>
      </pc:sldChg>
    </pc:docChg>
  </pc:docChgLst>
  <pc:docChgLst>
    <pc:chgData name="Dandi Prayogatama" userId="S::901191@hq.bni.co.id::627b8d0c-2f52-43dd-9e75-9b5cd649ae6b" providerId="AD" clId="Web-{8429D95D-2679-277D-E257-83405B35E160}"/>
    <pc:docChg chg="addSld delSld modSld sldOrd">
      <pc:chgData name="Dandi Prayogatama" userId="S::901191@hq.bni.co.id::627b8d0c-2f52-43dd-9e75-9b5cd649ae6b" providerId="AD" clId="Web-{8429D95D-2679-277D-E257-83405B35E160}" dt="2026-08-07T11:55:38.779" v="37"/>
      <pc:docMkLst>
        <pc:docMk/>
      </pc:docMkLst>
      <pc:sldChg chg="ord">
        <pc:chgData name="Dandi Prayogatama" userId="S::901191@hq.bni.co.id::627b8d0c-2f52-43dd-9e75-9b5cd649ae6b" providerId="AD" clId="Web-{8429D95D-2679-277D-E257-83405B35E160}" dt="2026-08-07T11:40:14.762" v="23"/>
        <pc:sldMkLst>
          <pc:docMk/>
          <pc:sldMk cId="4191404622" sldId="2147479792"/>
        </pc:sldMkLst>
      </pc:sldChg>
      <pc:sldChg chg="modSp">
        <pc:chgData name="Dandi Prayogatama" userId="S::901191@hq.bni.co.id::627b8d0c-2f52-43dd-9e75-9b5cd649ae6b" providerId="AD" clId="Web-{8429D95D-2679-277D-E257-83405B35E160}" dt="2026-08-07T11:42:33.142" v="33"/>
        <pc:sldMkLst>
          <pc:docMk/>
          <pc:sldMk cId="2974584081" sldId="2147479793"/>
        </pc:sldMkLst>
        <pc:spChg chg="mod">
          <ac:chgData name="Dandi Prayogatama" userId="S::901191@hq.bni.co.id::627b8d0c-2f52-43dd-9e75-9b5cd649ae6b" providerId="AD" clId="Web-{8429D95D-2679-277D-E257-83405B35E160}" dt="2026-08-07T11:41:46.156" v="28" actId="20577"/>
          <ac:spMkLst>
            <pc:docMk/>
            <pc:sldMk cId="2974584081" sldId="2147479793"/>
            <ac:spMk id="3" creationId="{E38E56F6-B3DF-8D74-82EA-19C8596AF9C8}"/>
          </ac:spMkLst>
        </pc:spChg>
        <pc:graphicFrameChg chg="mod modGraphic">
          <ac:chgData name="Dandi Prayogatama" userId="S::901191@hq.bni.co.id::627b8d0c-2f52-43dd-9e75-9b5cd649ae6b" providerId="AD" clId="Web-{8429D95D-2679-277D-E257-83405B35E160}" dt="2026-08-07T11:42:33.142" v="33"/>
          <ac:graphicFrameMkLst>
            <pc:docMk/>
            <pc:sldMk cId="2974584081" sldId="2147479793"/>
            <ac:graphicFrameMk id="6" creationId="{2D873495-A425-40E9-1526-799964AF1F43}"/>
          </ac:graphicFrameMkLst>
        </pc:graphicFrameChg>
      </pc:sldChg>
      <pc:sldChg chg="addSp delSp modSp add ord replId">
        <pc:chgData name="Dandi Prayogatama" userId="S::901191@hq.bni.co.id::627b8d0c-2f52-43dd-9e75-9b5cd649ae6b" providerId="AD" clId="Web-{8429D95D-2679-277D-E257-83405B35E160}" dt="2026-08-07T11:45:17.757" v="35"/>
        <pc:sldMkLst>
          <pc:docMk/>
          <pc:sldMk cId="1663246" sldId="2147479795"/>
        </pc:sldMkLst>
        <pc:spChg chg="mod">
          <ac:chgData name="Dandi Prayogatama" userId="S::901191@hq.bni.co.id::627b8d0c-2f52-43dd-9e75-9b5cd649ae6b" providerId="AD" clId="Web-{8429D95D-2679-277D-E257-83405B35E160}" dt="2026-08-07T11:39:37.589" v="22" actId="20577"/>
          <ac:spMkLst>
            <pc:docMk/>
            <pc:sldMk cId="1663246" sldId="2147479795"/>
            <ac:spMk id="3" creationId="{65A1B26F-690B-B66D-8AEC-EBE50966557E}"/>
          </ac:spMkLst>
        </pc:spChg>
      </pc:sldChg>
    </pc:docChg>
  </pc:docChgLst>
  <pc:docChgLst>
    <pc:chgData name="Dandi Prayogatama" userId="S::901191@hq.bni.co.id::627b8d0c-2f52-43dd-9e75-9b5cd649ae6b" providerId="AD" clId="Web-{01CA3C2A-13CA-B655-3434-582FC986F660}"/>
    <pc:docChg chg="addSld delSld modSld">
      <pc:chgData name="Dandi Prayogatama" userId="S::901191@hq.bni.co.id::627b8d0c-2f52-43dd-9e75-9b5cd649ae6b" providerId="AD" clId="Web-{01CA3C2A-13CA-B655-3434-582FC986F660}" dt="2026-08-09T08:34:06.916" v="243"/>
      <pc:docMkLst>
        <pc:docMk/>
      </pc:docMkLst>
      <pc:sldChg chg="modSp">
        <pc:chgData name="Dandi Prayogatama" userId="S::901191@hq.bni.co.id::627b8d0c-2f52-43dd-9e75-9b5cd649ae6b" providerId="AD" clId="Web-{01CA3C2A-13CA-B655-3434-582FC986F660}" dt="2026-08-09T08:25:08.928" v="25" actId="20577"/>
        <pc:sldMkLst>
          <pc:docMk/>
          <pc:sldMk cId="0" sldId="260"/>
        </pc:sldMkLst>
        <pc:spChg chg="mod">
          <ac:chgData name="Dandi Prayogatama" userId="S::901191@hq.bni.co.id::627b8d0c-2f52-43dd-9e75-9b5cd649ae6b" providerId="AD" clId="Web-{01CA3C2A-13CA-B655-3434-582FC986F660}" dt="2026-08-09T08:25:08.928" v="25" actId="20577"/>
          <ac:spMkLst>
            <pc:docMk/>
            <pc:sldMk cId="0" sldId="260"/>
            <ac:spMk id="19" creationId="{00000000-0000-0000-0000-000000000000}"/>
          </ac:spMkLst>
        </pc:spChg>
      </pc:sldChg>
      <pc:sldChg chg="modSp">
        <pc:chgData name="Dandi Prayogatama" userId="S::901191@hq.bni.co.id::627b8d0c-2f52-43dd-9e75-9b5cd649ae6b" providerId="AD" clId="Web-{01CA3C2A-13CA-B655-3434-582FC986F660}" dt="2026-08-09T08:25:04.460" v="24"/>
        <pc:sldMkLst>
          <pc:docMk/>
          <pc:sldMk cId="0" sldId="265"/>
        </pc:sldMkLst>
        <pc:graphicFrameChg chg="mod modGraphic">
          <ac:chgData name="Dandi Prayogatama" userId="S::901191@hq.bni.co.id::627b8d0c-2f52-43dd-9e75-9b5cd649ae6b" providerId="AD" clId="Web-{01CA3C2A-13CA-B655-3434-582FC986F660}" dt="2026-08-09T08:25:04.460" v="24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</pc:docChg>
  </pc:docChgLst>
  <pc:docChgLst>
    <pc:chgData name="Rahmat Pratama Aji" userId="S::901970@hq.bni.co.id::8b5e6750-c897-48f6-ac53-d79722246412" providerId="AD" clId="Web-{21A14AF0-B5EA-BFCB-0F4A-EED55D9477F4}"/>
    <pc:docChg chg="addSld">
      <pc:chgData name="Rahmat Pratama Aji" userId="S::901970@hq.bni.co.id::8b5e6750-c897-48f6-ac53-d79722246412" providerId="AD" clId="Web-{21A14AF0-B5EA-BFCB-0F4A-EED55D9477F4}" dt="2026-08-09T03:29:34.261" v="0"/>
      <pc:docMkLst>
        <pc:docMk/>
      </pc:docMkLst>
    </pc:docChg>
  </pc:docChgLst>
  <pc:docChgLst>
    <pc:chgData name="Jessi Artasari Pandean" userId="S::63591@bni.co.id::bee7bc5c-9a51-447e-9be9-b3cea5509ffe" providerId="AD" clId="Web-{62B2B0C0-BE1B-72B0-C2E6-6C06779E55B8}"/>
    <pc:docChg chg="addSld">
      <pc:chgData name="Jessi Artasari Pandean" userId="S::63591@bni.co.id::bee7bc5c-9a51-447e-9be9-b3cea5509ffe" providerId="AD" clId="Web-{62B2B0C0-BE1B-72B0-C2E6-6C06779E55B8}" dt="2026-08-07T10:01:30.685" v="0"/>
      <pc:docMkLst>
        <pc:docMk/>
      </pc:docMkLst>
      <pc:sldChg chg="add replId">
        <pc:chgData name="Jessi Artasari Pandean" userId="S::63591@bni.co.id::bee7bc5c-9a51-447e-9be9-b3cea5509ffe" providerId="AD" clId="Web-{62B2B0C0-BE1B-72B0-C2E6-6C06779E55B8}" dt="2026-08-07T10:01:30.685" v="0"/>
        <pc:sldMkLst>
          <pc:docMk/>
          <pc:sldMk cId="4191404622" sldId="2147479792"/>
        </pc:sldMkLst>
      </pc:sldChg>
    </pc:docChg>
  </pc:docChgLst>
  <pc:docChgLst>
    <pc:chgData name="Jessi Artasari Pandean" userId="S::63591@bni.co.id::bee7bc5c-9a51-447e-9be9-b3cea5509ffe" providerId="AD" clId="Web-{2433E91B-942C-2D72-7C83-9761AFA5DFF6}"/>
    <pc:docChg chg="modSld">
      <pc:chgData name="Jessi Artasari Pandean" userId="S::63591@bni.co.id::bee7bc5c-9a51-447e-9be9-b3cea5509ffe" providerId="AD" clId="Web-{2433E91B-942C-2D72-7C83-9761AFA5DFF6}" dt="2026-08-07T07:41:10.014" v="114"/>
      <pc:docMkLst>
        <pc:docMk/>
      </pc:docMkLst>
      <pc:sldChg chg="modSp">
        <pc:chgData name="Jessi Artasari Pandean" userId="S::63591@bni.co.id::bee7bc5c-9a51-447e-9be9-b3cea5509ffe" providerId="AD" clId="Web-{2433E91B-942C-2D72-7C83-9761AFA5DFF6}" dt="2026-08-07T07:41:10.014" v="114"/>
        <pc:sldMkLst>
          <pc:docMk/>
          <pc:sldMk cId="0" sldId="260"/>
        </pc:sldMkLst>
        <pc:graphicFrameChg chg="mod modGraphic">
          <ac:chgData name="Jessi Artasari Pandean" userId="S::63591@bni.co.id::bee7bc5c-9a51-447e-9be9-b3cea5509ffe" providerId="AD" clId="Web-{2433E91B-942C-2D72-7C83-9761AFA5DFF6}" dt="2026-08-07T07:41:10.014" v="114"/>
          <ac:graphicFrameMkLst>
            <pc:docMk/>
            <pc:sldMk cId="0" sldId="260"/>
            <ac:graphicFrameMk id="24" creationId="{00000000-0000-0000-0000-000000000000}"/>
          </ac:graphicFrameMkLst>
        </pc:graphicFrameChg>
      </pc:sldChg>
      <pc:sldChg chg="delSp">
        <pc:chgData name="Jessi Artasari Pandean" userId="S::63591@bni.co.id::bee7bc5c-9a51-447e-9be9-b3cea5509ffe" providerId="AD" clId="Web-{2433E91B-942C-2D72-7C83-9761AFA5DFF6}" dt="2026-08-07T07:31:55.132" v="0"/>
        <pc:sldMkLst>
          <pc:docMk/>
          <pc:sldMk cId="1576181961" sldId="331"/>
        </pc:sldMkLst>
      </pc:sldChg>
    </pc:docChg>
  </pc:docChgLst>
  <pc:docChgLst>
    <pc:chgData name="Dandi Prayogatama" userId="S::901191@hq.bni.co.id::627b8d0c-2f52-43dd-9e75-9b5cd649ae6b" providerId="AD" clId="Web-{F5339D77-87C2-9A7F-BBA0-461E98A96389}"/>
    <pc:docChg chg="addSld delSld modSld">
      <pc:chgData name="Dandi Prayogatama" userId="S::901191@hq.bni.co.id::627b8d0c-2f52-43dd-9e75-9b5cd649ae6b" providerId="AD" clId="Web-{F5339D77-87C2-9A7F-BBA0-461E98A96389}" dt="2026-08-07T11:04:25.062" v="1085"/>
      <pc:docMkLst>
        <pc:docMk/>
      </pc:docMkLst>
      <pc:sldChg chg="addSp delSp modSp add replId">
        <pc:chgData name="Dandi Prayogatama" userId="S::901191@hq.bni.co.id::627b8d0c-2f52-43dd-9e75-9b5cd649ae6b" providerId="AD" clId="Web-{F5339D77-87C2-9A7F-BBA0-461E98A96389}" dt="2026-08-07T10:42:59.697" v="1066" actId="1076"/>
        <pc:sldMkLst>
          <pc:docMk/>
          <pc:sldMk cId="2974584081" sldId="2147479793"/>
        </pc:sldMkLst>
        <pc:spChg chg="add mod">
          <ac:chgData name="Dandi Prayogatama" userId="S::901191@hq.bni.co.id::627b8d0c-2f52-43dd-9e75-9b5cd649ae6b" providerId="AD" clId="Web-{F5339D77-87C2-9A7F-BBA0-461E98A96389}" dt="2026-08-07T10:23:25.517" v="919" actId="1076"/>
          <ac:spMkLst>
            <pc:docMk/>
            <pc:sldMk cId="2974584081" sldId="2147479793"/>
            <ac:spMk id="270" creationId="{71646A29-52EF-BEBB-7707-96F18BD2AE96}"/>
          </ac:spMkLst>
        </pc:spChg>
        <pc:spChg chg="add mod">
          <ac:chgData name="Dandi Prayogatama" userId="S::901191@hq.bni.co.id::627b8d0c-2f52-43dd-9e75-9b5cd649ae6b" providerId="AD" clId="Web-{F5339D77-87C2-9A7F-BBA0-461E98A96389}" dt="2026-08-07T10:23:25.579" v="920" actId="1076"/>
          <ac:spMkLst>
            <pc:docMk/>
            <pc:sldMk cId="2974584081" sldId="2147479793"/>
            <ac:spMk id="272" creationId="{19EF695F-06FC-D119-E12F-E5F17F4E5B5C}"/>
          </ac:spMkLst>
        </pc:spChg>
        <pc:spChg chg="add mod">
          <ac:chgData name="Dandi Prayogatama" userId="S::901191@hq.bni.co.id::627b8d0c-2f52-43dd-9e75-9b5cd649ae6b" providerId="AD" clId="Web-{F5339D77-87C2-9A7F-BBA0-461E98A96389}" dt="2026-08-07T10:23:25.642" v="921" actId="1076"/>
          <ac:spMkLst>
            <pc:docMk/>
            <pc:sldMk cId="2974584081" sldId="2147479793"/>
            <ac:spMk id="274" creationId="{D53CB652-105F-A9A7-88E0-639954BC9113}"/>
          </ac:spMkLst>
        </pc:spChg>
        <pc:spChg chg="add mod">
          <ac:chgData name="Dandi Prayogatama" userId="S::901191@hq.bni.co.id::627b8d0c-2f52-43dd-9e75-9b5cd649ae6b" providerId="AD" clId="Web-{F5339D77-87C2-9A7F-BBA0-461E98A96389}" dt="2026-08-07T10:23:25.735" v="922" actId="1076"/>
          <ac:spMkLst>
            <pc:docMk/>
            <pc:sldMk cId="2974584081" sldId="2147479793"/>
            <ac:spMk id="276" creationId="{416AF7EF-B7E1-2E14-2B8B-83B62EB3E6AD}"/>
          </ac:spMkLst>
        </pc:spChg>
        <pc:spChg chg="add mod">
          <ac:chgData name="Dandi Prayogatama" userId="S::901191@hq.bni.co.id::627b8d0c-2f52-43dd-9e75-9b5cd649ae6b" providerId="AD" clId="Web-{F5339D77-87C2-9A7F-BBA0-461E98A96389}" dt="2026-08-07T10:23:25.798" v="923" actId="1076"/>
          <ac:spMkLst>
            <pc:docMk/>
            <pc:sldMk cId="2974584081" sldId="2147479793"/>
            <ac:spMk id="278" creationId="{4F8EAA47-FF23-7DCC-7899-99EB8DB43A61}"/>
          </ac:spMkLst>
        </pc:spChg>
        <pc:spChg chg="add mod">
          <ac:chgData name="Dandi Prayogatama" userId="S::901191@hq.bni.co.id::627b8d0c-2f52-43dd-9e75-9b5cd649ae6b" providerId="AD" clId="Web-{F5339D77-87C2-9A7F-BBA0-461E98A96389}" dt="2026-08-07T10:23:25.892" v="924" actId="1076"/>
          <ac:spMkLst>
            <pc:docMk/>
            <pc:sldMk cId="2974584081" sldId="2147479793"/>
            <ac:spMk id="280" creationId="{3F8E2390-2E52-C98D-3F0B-640F0CE7F077}"/>
          </ac:spMkLst>
        </pc:spChg>
        <pc:graphicFrameChg chg="add mod modGraphic">
          <ac:chgData name="Dandi Prayogatama" userId="S::901191@hq.bni.co.id::627b8d0c-2f52-43dd-9e75-9b5cd649ae6b" providerId="AD" clId="Web-{F5339D77-87C2-9A7F-BBA0-461E98A96389}" dt="2026-08-07T10:42:59.697" v="1066" actId="1076"/>
          <ac:graphicFrameMkLst>
            <pc:docMk/>
            <pc:sldMk cId="2974584081" sldId="2147479793"/>
            <ac:graphicFrameMk id="6" creationId="{2D873495-A425-40E9-1526-799964AF1F43}"/>
          </ac:graphicFrameMkLst>
        </pc:graphicFrameChg>
      </pc:sldChg>
    </pc:docChg>
  </pc:docChgLst>
  <pc:docChgLst>
    <pc:chgData name="Dandi Prayogatama" userId="S::901191@hq.bni.co.id::627b8d0c-2f52-43dd-9e75-9b5cd649ae6b" providerId="AD" clId="Web-{91D63125-48FF-2376-2B6E-946D7117957F}"/>
    <pc:docChg chg="modSld">
      <pc:chgData name="Dandi Prayogatama" userId="S::901191@hq.bni.co.id::627b8d0c-2f52-43dd-9e75-9b5cd649ae6b" providerId="AD" clId="Web-{91D63125-48FF-2376-2B6E-946D7117957F}" dt="2026-08-10T08:49:50.009" v="19" actId="20577"/>
      <pc:docMkLst>
        <pc:docMk/>
      </pc:docMkLst>
      <pc:sldChg chg="delSp modSp">
        <pc:chgData name="Dandi Prayogatama" userId="S::901191@hq.bni.co.id::627b8d0c-2f52-43dd-9e75-9b5cd649ae6b" providerId="AD" clId="Web-{91D63125-48FF-2376-2B6E-946D7117957F}" dt="2026-08-10T08:49:08.493" v="10" actId="20577"/>
        <pc:sldMkLst>
          <pc:docMk/>
          <pc:sldMk cId="0" sldId="265"/>
        </pc:sldMkLst>
        <pc:spChg chg="del">
          <ac:chgData name="Dandi Prayogatama" userId="S::901191@hq.bni.co.id::627b8d0c-2f52-43dd-9e75-9b5cd649ae6b" providerId="AD" clId="Web-{91D63125-48FF-2376-2B6E-946D7117957F}" dt="2026-08-10T08:49:02.353" v="8"/>
          <ac:spMkLst>
            <pc:docMk/>
            <pc:sldMk cId="0" sldId="265"/>
            <ac:spMk id="15" creationId="{00000000-0000-0000-0000-000000000000}"/>
          </ac:spMkLst>
        </pc:spChg>
        <pc:spChg chg="mod">
          <ac:chgData name="Dandi Prayogatama" userId="S::901191@hq.bni.co.id::627b8d0c-2f52-43dd-9e75-9b5cd649ae6b" providerId="AD" clId="Web-{91D63125-48FF-2376-2B6E-946D7117957F}" dt="2026-08-10T08:49:08.493" v="10" actId="20577"/>
          <ac:spMkLst>
            <pc:docMk/>
            <pc:sldMk cId="0" sldId="265"/>
            <ac:spMk id="16" creationId="{00000000-0000-0000-0000-000000000000}"/>
          </ac:spMkLst>
        </pc:spChg>
      </pc:sldChg>
      <pc:sldChg chg="delSp">
        <pc:chgData name="Dandi Prayogatama" userId="S::901191@hq.bni.co.id::627b8d0c-2f52-43dd-9e75-9b5cd649ae6b" providerId="AD" clId="Web-{91D63125-48FF-2376-2B6E-946D7117957F}" dt="2026-08-10T08:48:30.743" v="6"/>
        <pc:sldMkLst>
          <pc:docMk/>
          <pc:sldMk cId="4191404622" sldId="2147479792"/>
        </pc:sldMkLst>
        <pc:spChg chg="del">
          <ac:chgData name="Dandi Prayogatama" userId="S::901191@hq.bni.co.id::627b8d0c-2f52-43dd-9e75-9b5cd649ae6b" providerId="AD" clId="Web-{91D63125-48FF-2376-2B6E-946D7117957F}" dt="2026-08-10T08:48:30.743" v="6"/>
          <ac:spMkLst>
            <pc:docMk/>
            <pc:sldMk cId="4191404622" sldId="2147479792"/>
            <ac:spMk id="20" creationId="{DF19E48A-0979-92AF-2D5E-25AF02CB93BE}"/>
          </ac:spMkLst>
        </pc:spChg>
      </pc:sldChg>
      <pc:sldChg chg="delSp">
        <pc:chgData name="Dandi Prayogatama" userId="S::901191@hq.bni.co.id::627b8d0c-2f52-43dd-9e75-9b5cd649ae6b" providerId="AD" clId="Web-{91D63125-48FF-2376-2B6E-946D7117957F}" dt="2026-08-10T08:48:41.900" v="7"/>
        <pc:sldMkLst>
          <pc:docMk/>
          <pc:sldMk cId="2974584081" sldId="2147479793"/>
        </pc:sldMkLst>
        <pc:spChg chg="del">
          <ac:chgData name="Dandi Prayogatama" userId="S::901191@hq.bni.co.id::627b8d0c-2f52-43dd-9e75-9b5cd649ae6b" providerId="AD" clId="Web-{91D63125-48FF-2376-2B6E-946D7117957F}" dt="2026-08-10T08:48:41.900" v="7"/>
          <ac:spMkLst>
            <pc:docMk/>
            <pc:sldMk cId="2974584081" sldId="2147479793"/>
            <ac:spMk id="20" creationId="{D2191372-FC10-2076-DB91-386AC35A1C94}"/>
          </ac:spMkLst>
        </pc:spChg>
      </pc:sldChg>
      <pc:sldChg chg="modSp">
        <pc:chgData name="Dandi Prayogatama" userId="S::901191@hq.bni.co.id::627b8d0c-2f52-43dd-9e75-9b5cd649ae6b" providerId="AD" clId="Web-{91D63125-48FF-2376-2B6E-946D7117957F}" dt="2026-08-10T08:47:31.665" v="5" actId="20577"/>
        <pc:sldMkLst>
          <pc:docMk/>
          <pc:sldMk cId="3255606608" sldId="2147479799"/>
        </pc:sldMkLst>
        <pc:spChg chg="mod">
          <ac:chgData name="Dandi Prayogatama" userId="S::901191@hq.bni.co.id::627b8d0c-2f52-43dd-9e75-9b5cd649ae6b" providerId="AD" clId="Web-{91D63125-48FF-2376-2B6E-946D7117957F}" dt="2026-08-10T08:47:20.415" v="4" actId="20577"/>
          <ac:spMkLst>
            <pc:docMk/>
            <pc:sldMk cId="3255606608" sldId="2147479799"/>
            <ac:spMk id="8" creationId="{00000000-0000-0000-0000-000000000000}"/>
          </ac:spMkLst>
        </pc:spChg>
        <pc:spChg chg="mod">
          <ac:chgData name="Dandi Prayogatama" userId="S::901191@hq.bni.co.id::627b8d0c-2f52-43dd-9e75-9b5cd649ae6b" providerId="AD" clId="Web-{91D63125-48FF-2376-2B6E-946D7117957F}" dt="2026-08-10T08:47:31.665" v="5" actId="20577"/>
          <ac:spMkLst>
            <pc:docMk/>
            <pc:sldMk cId="3255606608" sldId="2147479799"/>
            <ac:spMk id="12" creationId="{00000000-0000-0000-0000-000000000000}"/>
          </ac:spMkLst>
        </pc:spChg>
      </pc:sldChg>
      <pc:sldChg chg="modSp">
        <pc:chgData name="Dandi Prayogatama" userId="S::901191@hq.bni.co.id::627b8d0c-2f52-43dd-9e75-9b5cd649ae6b" providerId="AD" clId="Web-{91D63125-48FF-2376-2B6E-946D7117957F}" dt="2026-08-10T08:49:50.009" v="19" actId="20577"/>
        <pc:sldMkLst>
          <pc:docMk/>
          <pc:sldMk cId="1812877911" sldId="2147479801"/>
        </pc:sldMkLst>
        <pc:spChg chg="mod">
          <ac:chgData name="Dandi Prayogatama" userId="S::901191@hq.bni.co.id::627b8d0c-2f52-43dd-9e75-9b5cd649ae6b" providerId="AD" clId="Web-{91D63125-48FF-2376-2B6E-946D7117957F}" dt="2026-08-10T08:49:50.009" v="19" actId="20577"/>
          <ac:spMkLst>
            <pc:docMk/>
            <pc:sldMk cId="1812877911" sldId="2147479801"/>
            <ac:spMk id="6" creationId="{31FC6742-3CD1-755C-B2E1-90F563D72114}"/>
          </ac:spMkLst>
        </pc:spChg>
      </pc:sldChg>
      <pc:sldChg chg="modSp">
        <pc:chgData name="Dandi Prayogatama" userId="S::901191@hq.bni.co.id::627b8d0c-2f52-43dd-9e75-9b5cd649ae6b" providerId="AD" clId="Web-{91D63125-48FF-2376-2B6E-946D7117957F}" dt="2026-08-10T08:49:41.775" v="16" actId="20577"/>
        <pc:sldMkLst>
          <pc:docMk/>
          <pc:sldMk cId="1636121798" sldId="2147479803"/>
        </pc:sldMkLst>
        <pc:spChg chg="mod">
          <ac:chgData name="Dandi Prayogatama" userId="S::901191@hq.bni.co.id::627b8d0c-2f52-43dd-9e75-9b5cd649ae6b" providerId="AD" clId="Web-{91D63125-48FF-2376-2B6E-946D7117957F}" dt="2026-08-10T08:49:41.775" v="16" actId="20577"/>
          <ac:spMkLst>
            <pc:docMk/>
            <pc:sldMk cId="1636121798" sldId="2147479803"/>
            <ac:spMk id="6" creationId="{DBCE8BB6-7976-D84B-6BCE-8308B65FEEC5}"/>
          </ac:spMkLst>
        </pc:spChg>
      </pc:sldChg>
    </pc:docChg>
  </pc:docChgLst>
  <pc:docChgLst>
    <pc:chgData name="Fajra Risqulla" userId="S::70558@hq.bni.co.id::9146a555-94d4-4dc2-9a83-976dce77e1b2" providerId="AD" clId="Web-{E4DD70DF-36BC-F039-2E0E-7475B21D0D19}"/>
    <pc:docChg chg="modSld">
      <pc:chgData name="Fajra Risqulla" userId="S::70558@hq.bni.co.id::9146a555-94d4-4dc2-9a83-976dce77e1b2" providerId="AD" clId="Web-{E4DD70DF-36BC-F039-2E0E-7475B21D0D19}" dt="2026-08-07T03:25:50.153" v="32"/>
      <pc:docMkLst>
        <pc:docMk/>
      </pc:docMkLst>
      <pc:sldChg chg="modSp">
        <pc:chgData name="Fajra Risqulla" userId="S::70558@hq.bni.co.id::9146a555-94d4-4dc2-9a83-976dce77e1b2" providerId="AD" clId="Web-{E4DD70DF-36BC-F039-2E0E-7475B21D0D19}" dt="2026-08-07T03:25:37.231" v="30"/>
        <pc:sldMkLst>
          <pc:docMk/>
          <pc:sldMk cId="0" sldId="260"/>
        </pc:sldMkLst>
        <pc:graphicFrameChg chg="ord">
          <ac:chgData name="Fajra Risqulla" userId="S::70558@hq.bni.co.id::9146a555-94d4-4dc2-9a83-976dce77e1b2" providerId="AD" clId="Web-{E4DD70DF-36BC-F039-2E0E-7475B21D0D19}" dt="2026-08-07T03:25:37.231" v="30"/>
          <ac:graphicFrameMkLst>
            <pc:docMk/>
            <pc:sldMk cId="0" sldId="260"/>
            <ac:graphicFrameMk id="24" creationId="{00000000-0000-0000-0000-000000000000}"/>
          </ac:graphicFrameMkLst>
        </pc:graphicFrameChg>
      </pc:sldChg>
      <pc:sldChg chg="modSp">
        <pc:chgData name="Fajra Risqulla" userId="S::70558@hq.bni.co.id::9146a555-94d4-4dc2-9a83-976dce77e1b2" providerId="AD" clId="Web-{E4DD70DF-36BC-F039-2E0E-7475B21D0D19}" dt="2026-08-07T03:24:38.091" v="26" actId="20577"/>
        <pc:sldMkLst>
          <pc:docMk/>
          <pc:sldMk cId="2533151450" sldId="2147479791"/>
        </pc:sldMkLst>
      </pc:sldChg>
    </pc:docChg>
  </pc:docChgLst>
  <pc:docChgLst>
    <pc:chgData name="Dandi Prayogatama" userId="S::901191@hq.bni.co.id::627b8d0c-2f52-43dd-9e75-9b5cd649ae6b" providerId="AD" clId="Web-{2CD73AA1-403E-9C0C-44B4-5CA1093002CA}"/>
    <pc:docChg chg="addSld delSld modSld">
      <pc:chgData name="Dandi Prayogatama" userId="S::901191@hq.bni.co.id::627b8d0c-2f52-43dd-9e75-9b5cd649ae6b" providerId="AD" clId="Web-{2CD73AA1-403E-9C0C-44B4-5CA1093002CA}" dt="2026-08-06T07:57:33.477" v="89" actId="20577"/>
      <pc:docMkLst>
        <pc:docMk/>
      </pc:docMkLst>
      <pc:sldChg chg="addSp modSp add del">
        <pc:chgData name="Dandi Prayogatama" userId="S::901191@hq.bni.co.id::627b8d0c-2f52-43dd-9e75-9b5cd649ae6b" providerId="AD" clId="Web-{2CD73AA1-403E-9C0C-44B4-5CA1093002CA}" dt="2026-08-06T07:51:34.626" v="78"/>
        <pc:sldMkLst>
          <pc:docMk/>
          <pc:sldMk cId="1576181961" sldId="331"/>
        </pc:sldMkLst>
        <pc:spChg chg="mod">
          <ac:chgData name="Dandi Prayogatama" userId="S::901191@hq.bni.co.id::627b8d0c-2f52-43dd-9e75-9b5cd649ae6b" providerId="AD" clId="Web-{2CD73AA1-403E-9C0C-44B4-5CA1093002CA}" dt="2026-08-06T07:44:07.378" v="19" actId="20577"/>
          <ac:spMkLst>
            <pc:docMk/>
            <pc:sldMk cId="1576181961" sldId="331"/>
            <ac:spMk id="3" creationId="{D0B2FB8D-865B-0A7C-A6BD-D7FAB6751AB3}"/>
          </ac:spMkLst>
        </pc:spChg>
      </pc:sldChg>
      <pc:sldChg chg="delSp modSp add del">
        <pc:chgData name="Dandi Prayogatama" userId="S::901191@hq.bni.co.id::627b8d0c-2f52-43dd-9e75-9b5cd649ae6b" providerId="AD" clId="Web-{2CD73AA1-403E-9C0C-44B4-5CA1093002CA}" dt="2026-08-06T07:57:33.477" v="89" actId="20577"/>
        <pc:sldMkLst>
          <pc:docMk/>
          <pc:sldMk cId="2533151450" sldId="2147479791"/>
        </pc:sldMkLst>
      </pc:sldChg>
      <pc:sldMasterChg chg="addSldLayout">
        <pc:chgData name="Dandi Prayogatama" userId="S::901191@hq.bni.co.id::627b8d0c-2f52-43dd-9e75-9b5cd649ae6b" providerId="AD" clId="Web-{2CD73AA1-403E-9C0C-44B4-5CA1093002CA}" dt="2026-08-06T07:45:49.775" v="36"/>
        <pc:sldMasterMkLst>
          <pc:docMk/>
          <pc:sldMasterMk cId="0" sldId="2147483648"/>
        </pc:sldMasterMkLst>
        <pc:sldLayoutChg chg="add">
          <pc:chgData name="Dandi Prayogatama" userId="S::901191@hq.bni.co.id::627b8d0c-2f52-43dd-9e75-9b5cd649ae6b" providerId="AD" clId="Web-{2CD73AA1-403E-9C0C-44B4-5CA1093002CA}" dt="2026-08-06T07:43:54.252" v="2"/>
          <pc:sldLayoutMkLst>
            <pc:docMk/>
            <pc:sldMasterMk cId="0" sldId="2147483648"/>
            <pc:sldLayoutMk cId="1177249768" sldId="2147483650"/>
          </pc:sldLayoutMkLst>
        </pc:sldLayoutChg>
        <pc:sldLayoutChg chg="add">
          <pc:chgData name="Dandi Prayogatama" userId="S::901191@hq.bni.co.id::627b8d0c-2f52-43dd-9e75-9b5cd649ae6b" providerId="AD" clId="Web-{2CD73AA1-403E-9C0C-44B4-5CA1093002CA}" dt="2026-08-06T07:45:49.775" v="36"/>
          <pc:sldLayoutMkLst>
            <pc:docMk/>
            <pc:sldMasterMk cId="0" sldId="2147483648"/>
            <pc:sldLayoutMk cId="194391058" sldId="2147483651"/>
          </pc:sldLayoutMkLst>
        </pc:sldLayoutChg>
      </pc:sldMasterChg>
    </pc:docChg>
  </pc:docChgLst>
  <pc:docChgLst>
    <pc:chgData name="Jessi Artasari Pandean" userId="S::63591@bni.co.id::bee7bc5c-9a51-447e-9be9-b3cea5509ffe" providerId="AD" clId="Web-{1F541E87-1ACB-A385-4748-143228D0916A}"/>
    <pc:docChg chg="modSld">
      <pc:chgData name="Jessi Artasari Pandean" userId="S::63591@bni.co.id::bee7bc5c-9a51-447e-9be9-b3cea5509ffe" providerId="AD" clId="Web-{1F541E87-1ACB-A385-4748-143228D0916A}" dt="2026-08-11T10:17:39.879" v="1" actId="1076"/>
      <pc:docMkLst>
        <pc:docMk/>
      </pc:docMkLst>
      <pc:sldChg chg="modSp">
        <pc:chgData name="Jessi Artasari Pandean" userId="S::63591@bni.co.id::bee7bc5c-9a51-447e-9be9-b3cea5509ffe" providerId="AD" clId="Web-{1F541E87-1ACB-A385-4748-143228D0916A}" dt="2026-08-11T10:17:39.879" v="1" actId="1076"/>
        <pc:sldMkLst>
          <pc:docMk/>
          <pc:sldMk cId="4191404622" sldId="2147479792"/>
        </pc:sldMkLst>
        <pc:graphicFrameChg chg="mod modGraphic">
          <ac:chgData name="Jessi Artasari Pandean" userId="S::63591@bni.co.id::bee7bc5c-9a51-447e-9be9-b3cea5509ffe" providerId="AD" clId="Web-{1F541E87-1ACB-A385-4748-143228D0916A}" dt="2026-08-11T10:17:39.879" v="1" actId="1076"/>
          <ac:graphicFrameMkLst>
            <pc:docMk/>
            <pc:sldMk cId="4191404622" sldId="2147479792"/>
            <ac:graphicFrameMk id="6" creationId="{44EC3C7F-CF03-82E9-A126-7C031BE7DA1D}"/>
          </ac:graphicFrameMkLst>
        </pc:graphicFrameChg>
      </pc:sldChg>
    </pc:docChg>
  </pc:docChgLst>
  <pc:docChgLst>
    <pc:chgData name="Rahmat Pratama Aji" userId="S::901970@hq.bni.co.id::8b5e6750-c897-48f6-ac53-d79722246412" providerId="AD" clId="Web-{00000000-0000-0000-0000-000000000000}"/>
    <pc:docChg chg="modSld">
      <pc:chgData name="Rahmat Pratama Aji" userId="S::901970@hq.bni.co.id::8b5e6750-c897-48f6-ac53-d79722246412" providerId="AD" clId="Web-{00000000-0000-0000-0000-000000000000}" dt="2026-08-09T09:18:29.209" v="3" actId="1076"/>
      <pc:docMkLst>
        <pc:docMk/>
      </pc:docMkLst>
      <pc:sldChg chg="modSp">
        <pc:chgData name="Rahmat Pratama Aji" userId="S::901970@hq.bni.co.id::8b5e6750-c897-48f6-ac53-d79722246412" providerId="AD" clId="Web-{00000000-0000-0000-0000-000000000000}" dt="2026-08-09T09:18:29.209" v="3" actId="1076"/>
        <pc:sldMkLst>
          <pc:docMk/>
          <pc:sldMk cId="1812877911" sldId="2147479801"/>
        </pc:sldMkLst>
        <pc:graphicFrameChg chg="mod modGraphic">
          <ac:chgData name="Rahmat Pratama Aji" userId="S::901970@hq.bni.co.id::8b5e6750-c897-48f6-ac53-d79722246412" providerId="AD" clId="Web-{00000000-0000-0000-0000-000000000000}" dt="2026-08-09T09:18:29.209" v="3" actId="1076"/>
          <ac:graphicFrameMkLst>
            <pc:docMk/>
            <pc:sldMk cId="1812877911" sldId="2147479801"/>
            <ac:graphicFrameMk id="8" creationId="{F2F1912A-9E69-9DD8-BF96-BD0612603996}"/>
          </ac:graphicFrameMkLst>
        </pc:graphicFrameChg>
        <pc:graphicFrameChg chg="mod">
          <ac:chgData name="Rahmat Pratama Aji" userId="S::901970@hq.bni.co.id::8b5e6750-c897-48f6-ac53-d79722246412" providerId="AD" clId="Web-{00000000-0000-0000-0000-000000000000}" dt="2026-08-09T09:18:17.006" v="0" actId="14100"/>
          <ac:graphicFrameMkLst>
            <pc:docMk/>
            <pc:sldMk cId="1812877911" sldId="2147479801"/>
            <ac:graphicFrameMk id="13" creationId="{CB36E1C5-EBE7-AD9D-EA96-131BC2DAE6A6}"/>
          </ac:graphicFrameMkLst>
        </pc:graphicFrameChg>
      </pc:sldChg>
    </pc:docChg>
  </pc:docChgLst>
  <pc:docChgLst>
    <pc:chgData name="Fajra Risqulla" userId="S::70558@hq.bni.co.id::9146a555-94d4-4dc2-9a83-976dce77e1b2" providerId="AD" clId="Web-{6978EE44-875C-4D15-F82E-906112DEB251}"/>
    <pc:docChg chg="modSld">
      <pc:chgData name="Fajra Risqulla" userId="S::70558@hq.bni.co.id::9146a555-94d4-4dc2-9a83-976dce77e1b2" providerId="AD" clId="Web-{6978EE44-875C-4D15-F82E-906112DEB251}" dt="2026-08-06T08:52:05.761" v="96" actId="20577"/>
      <pc:docMkLst>
        <pc:docMk/>
      </pc:docMkLst>
      <pc:sldChg chg="modSp">
        <pc:chgData name="Fajra Risqulla" userId="S::70558@hq.bni.co.id::9146a555-94d4-4dc2-9a83-976dce77e1b2" providerId="AD" clId="Web-{6978EE44-875C-4D15-F82E-906112DEB251}" dt="2026-08-06T08:52:05.761" v="96" actId="20577"/>
        <pc:sldMkLst>
          <pc:docMk/>
          <pc:sldMk cId="0" sldId="260"/>
        </pc:sldMkLst>
        <pc:spChg chg="mod">
          <ac:chgData name="Fajra Risqulla" userId="S::70558@hq.bni.co.id::9146a555-94d4-4dc2-9a83-976dce77e1b2" providerId="AD" clId="Web-{6978EE44-875C-4D15-F82E-906112DEB251}" dt="2026-08-06T08:52:05.761" v="96" actId="2057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Fajra Risqulla" userId="S::70558@hq.bni.co.id::9146a555-94d4-4dc2-9a83-976dce77e1b2" providerId="AD" clId="Web-{6978EE44-875C-4D15-F82E-906112DEB251}" dt="2026-08-06T08:51:59.886" v="94" actId="20577"/>
          <ac:spMkLst>
            <pc:docMk/>
            <pc:sldMk cId="0" sldId="260"/>
            <ac:spMk id="21" creationId="{00000000-0000-0000-0000-000000000000}"/>
          </ac:spMkLst>
        </pc:spChg>
      </pc:sldChg>
    </pc:docChg>
  </pc:docChgLst>
  <pc:docChgLst>
    <pc:chgData name="Fajra Risqulla" userId="S::70558@hq.bni.co.id::9146a555-94d4-4dc2-9a83-976dce77e1b2" providerId="AD" clId="Web-{58D94FDA-6B37-C33F-D044-8121C7FFA5A4}"/>
    <pc:docChg chg="modSld">
      <pc:chgData name="Fajra Risqulla" userId="S::70558@hq.bni.co.id::9146a555-94d4-4dc2-9a83-976dce77e1b2" providerId="AD" clId="Web-{58D94FDA-6B37-C33F-D044-8121C7FFA5A4}" dt="2026-08-06T07:26:19.095" v="567"/>
      <pc:docMkLst>
        <pc:docMk/>
      </pc:docMkLst>
      <pc:sldChg chg="addSp delSp modSp">
        <pc:chgData name="Fajra Risqulla" userId="S::70558@hq.bni.co.id::9146a555-94d4-4dc2-9a83-976dce77e1b2" providerId="AD" clId="Web-{58D94FDA-6B37-C33F-D044-8121C7FFA5A4}" dt="2026-08-06T07:26:03.626" v="566" actId="1076"/>
        <pc:sldMkLst>
          <pc:docMk/>
          <pc:sldMk cId="0" sldId="260"/>
        </pc:sldMkLst>
        <pc:graphicFrameChg chg="mod modGraphic">
          <ac:chgData name="Fajra Risqulla" userId="S::70558@hq.bni.co.id::9146a555-94d4-4dc2-9a83-976dce77e1b2" providerId="AD" clId="Web-{58D94FDA-6B37-C33F-D044-8121C7FFA5A4}" dt="2026-08-06T07:22:18.465" v="524"/>
          <ac:graphicFrameMkLst>
            <pc:docMk/>
            <pc:sldMk cId="0" sldId="260"/>
            <ac:graphicFrameMk id="24" creationId="{00000000-0000-0000-0000-000000000000}"/>
          </ac:graphicFrameMkLst>
        </pc:graphicFrameChg>
        <pc:picChg chg="add mod modCrop">
          <ac:chgData name="Fajra Risqulla" userId="S::70558@hq.bni.co.id::9146a555-94d4-4dc2-9a83-976dce77e1b2" providerId="AD" clId="Web-{58D94FDA-6B37-C33F-D044-8121C7FFA5A4}" dt="2026-08-06T07:26:03.626" v="566" actId="1076"/>
          <ac:picMkLst>
            <pc:docMk/>
            <pc:sldMk cId="0" sldId="260"/>
            <ac:picMk id="35" creationId="{31977935-7570-1040-423D-416C025171B9}"/>
          </ac:picMkLst>
        </pc:picChg>
      </pc:sldChg>
    </pc:docChg>
  </pc:docChgLst>
  <pc:docChgLst>
    <pc:chgData name="Dandi Prayogatama" userId="S::901191@hq.bni.co.id::627b8d0c-2f52-43dd-9e75-9b5cd649ae6b" providerId="AD" clId="Web-{EC0CA1D3-E99E-0770-5658-62944FDEE37D}"/>
    <pc:docChg chg="addSld delSld modSld sldOrd">
      <pc:chgData name="Dandi Prayogatama" userId="S::901191@hq.bni.co.id::627b8d0c-2f52-43dd-9e75-9b5cd649ae6b" providerId="AD" clId="Web-{EC0CA1D3-E99E-0770-5658-62944FDEE37D}" dt="2026-08-07T08:42:28.818" v="176"/>
      <pc:docMkLst>
        <pc:docMk/>
      </pc:docMkLst>
      <pc:sldChg chg="modSp">
        <pc:chgData name="Dandi Prayogatama" userId="S::901191@hq.bni.co.id::627b8d0c-2f52-43dd-9e75-9b5cd649ae6b" providerId="AD" clId="Web-{EC0CA1D3-E99E-0770-5658-62944FDEE37D}" dt="2026-08-07T08:41:56.175" v="175" actId="20577"/>
        <pc:sldMkLst>
          <pc:docMk/>
          <pc:sldMk cId="0" sldId="260"/>
        </pc:sldMkLst>
        <pc:spChg chg="mod">
          <ac:chgData name="Dandi Prayogatama" userId="S::901191@hq.bni.co.id::627b8d0c-2f52-43dd-9e75-9b5cd649ae6b" providerId="AD" clId="Web-{EC0CA1D3-E99E-0770-5658-62944FDEE37D}" dt="2026-08-07T08:41:56.175" v="175" actId="20577"/>
          <ac:spMkLst>
            <pc:docMk/>
            <pc:sldMk cId="0" sldId="260"/>
            <ac:spMk id="2" creationId="{00000000-0000-0000-0000-000000000000}"/>
          </ac:spMkLst>
        </pc:spChg>
      </pc:sldChg>
      <pc:sldChg chg="addSp delSp modSp add ord">
        <pc:chgData name="Dandi Prayogatama" userId="S::901191@hq.bni.co.id::627b8d0c-2f52-43dd-9e75-9b5cd649ae6b" providerId="AD" clId="Web-{EC0CA1D3-E99E-0770-5658-62944FDEE37D}" dt="2026-08-07T08:33:38.953" v="141" actId="20577"/>
        <pc:sldMkLst>
          <pc:docMk/>
          <pc:sldMk cId="0" sldId="265"/>
        </pc:sldMkLst>
        <pc:spChg chg="mod">
          <ac:chgData name="Dandi Prayogatama" userId="S::901191@hq.bni.co.id::627b8d0c-2f52-43dd-9e75-9b5cd649ae6b" providerId="AD" clId="Web-{EC0CA1D3-E99E-0770-5658-62944FDEE37D}" dt="2026-08-07T08:32:09.307" v="104" actId="14100"/>
          <ac:spMkLst>
            <pc:docMk/>
            <pc:sldMk cId="0" sldId="265"/>
            <ac:spMk id="5" creationId="{00000000-0000-0000-0000-000000000000}"/>
          </ac:spMkLst>
        </pc:spChg>
        <pc:spChg chg="mod">
          <ac:chgData name="Dandi Prayogatama" userId="S::901191@hq.bni.co.id::627b8d0c-2f52-43dd-9e75-9b5cd649ae6b" providerId="AD" clId="Web-{EC0CA1D3-E99E-0770-5658-62944FDEE37D}" dt="2026-08-07T08:33:38.953" v="141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Dandi Prayogatama" userId="S::901191@hq.bni.co.id::627b8d0c-2f52-43dd-9e75-9b5cd649ae6b" providerId="AD" clId="Web-{EC0CA1D3-E99E-0770-5658-62944FDEE37D}" dt="2026-08-07T08:31:19.334" v="68" actId="14100"/>
          <ac:spMkLst>
            <pc:docMk/>
            <pc:sldMk cId="0" sldId="265"/>
            <ac:spMk id="7" creationId="{00000000-0000-0000-0000-000000000000}"/>
          </ac:spMkLst>
        </pc:spChg>
        <pc:spChg chg="mod">
          <ac:chgData name="Dandi Prayogatama" userId="S::901191@hq.bni.co.id::627b8d0c-2f52-43dd-9e75-9b5cd649ae6b" providerId="AD" clId="Web-{EC0CA1D3-E99E-0770-5658-62944FDEE37D}" dt="2026-08-07T08:31:36.398" v="73" actId="1076"/>
          <ac:spMkLst>
            <pc:docMk/>
            <pc:sldMk cId="0" sldId="265"/>
            <ac:spMk id="9" creationId="{00000000-0000-0000-0000-000000000000}"/>
          </ac:spMkLst>
        </pc:spChg>
        <pc:spChg chg="mod">
          <ac:chgData name="Dandi Prayogatama" userId="S::901191@hq.bni.co.id::627b8d0c-2f52-43dd-9e75-9b5cd649ae6b" providerId="AD" clId="Web-{EC0CA1D3-E99E-0770-5658-62944FDEE37D}" dt="2026-08-07T08:31:36.445" v="74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Dandi Prayogatama" userId="S::901191@hq.bni.co.id::627b8d0c-2f52-43dd-9e75-9b5cd649ae6b" providerId="AD" clId="Web-{EC0CA1D3-E99E-0770-5658-62944FDEE37D}" dt="2026-08-07T08:31:31.867" v="72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Dandi Prayogatama" userId="S::901191@hq.bni.co.id::627b8d0c-2f52-43dd-9e75-9b5cd649ae6b" providerId="AD" clId="Web-{EC0CA1D3-E99E-0770-5658-62944FDEE37D}" dt="2026-08-07T08:31:29.226" v="71" actId="1076"/>
          <ac:spMkLst>
            <pc:docMk/>
            <pc:sldMk cId="0" sldId="265"/>
            <ac:spMk id="13" creationId="{00000000-0000-0000-0000-000000000000}"/>
          </ac:spMkLst>
        </pc:spChg>
        <pc:graphicFrameChg chg="mod modGraphic">
          <ac:chgData name="Dandi Prayogatama" userId="S::901191@hq.bni.co.id::627b8d0c-2f52-43dd-9e75-9b5cd649ae6b" providerId="AD" clId="Web-{EC0CA1D3-E99E-0770-5658-62944FDEE37D}" dt="2026-08-07T08:32:05.760" v="103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  <pc:sldChg chg="addSp delSp modSp">
        <pc:chgData name="Dandi Prayogatama" userId="S::901191@hq.bni.co.id::627b8d0c-2f52-43dd-9e75-9b5cd649ae6b" providerId="AD" clId="Web-{EC0CA1D3-E99E-0770-5658-62944FDEE37D}" dt="2026-08-07T08:42:28.818" v="176"/>
        <pc:sldMkLst>
          <pc:docMk/>
          <pc:sldMk cId="2533151450" sldId="2147479791"/>
        </pc:sldMkLst>
      </pc:sldChg>
    </pc:docChg>
  </pc:docChgLst>
  <pc:docChgLst>
    <pc:chgData name="Dandi Prayogatama" userId="S::901191@hq.bni.co.id::627b8d0c-2f52-43dd-9e75-9b5cd649ae6b" providerId="AD" clId="Web-{C8658E77-4571-6AD0-7058-534843631369}"/>
    <pc:docChg chg="modSld">
      <pc:chgData name="Dandi Prayogatama" userId="S::901191@hq.bni.co.id::627b8d0c-2f52-43dd-9e75-9b5cd649ae6b" providerId="AD" clId="Web-{C8658E77-4571-6AD0-7058-534843631369}" dt="2026-08-07T10:10:14.995" v="73"/>
      <pc:docMkLst>
        <pc:docMk/>
      </pc:docMkLst>
      <pc:sldChg chg="addSp modSp">
        <pc:chgData name="Dandi Prayogatama" userId="S::901191@hq.bni.co.id::627b8d0c-2f52-43dd-9e75-9b5cd649ae6b" providerId="AD" clId="Web-{C8658E77-4571-6AD0-7058-534843631369}" dt="2026-08-07T08:43:25.351" v="9" actId="1076"/>
        <pc:sldMkLst>
          <pc:docMk/>
          <pc:sldMk cId="2533151450" sldId="2147479791"/>
        </pc:sldMkLst>
      </pc:sldChg>
    </pc:docChg>
  </pc:docChgLst>
  <pc:docChgLst>
    <pc:chgData name="Fajra Risqulla" userId="S::70558@hq.bni.co.id::9146a555-94d4-4dc2-9a83-976dce77e1b2" providerId="AD" clId="Web-{A4F183C2-C810-7683-9081-D7FC62694D76}"/>
    <pc:docChg chg="modSld">
      <pc:chgData name="Fajra Risqulla" userId="S::70558@hq.bni.co.id::9146a555-94d4-4dc2-9a83-976dce77e1b2" providerId="AD" clId="Web-{A4F183C2-C810-7683-9081-D7FC62694D76}" dt="2026-08-07T11:04:04.870" v="34"/>
      <pc:docMkLst>
        <pc:docMk/>
      </pc:docMkLst>
    </pc:docChg>
  </pc:docChgLst>
  <pc:docChgLst>
    <pc:chgData name="Dandi Prayogatama" userId="S::901191@hq.bni.co.id::627b8d0c-2f52-43dd-9e75-9b5cd649ae6b" providerId="AD" clId="Web-{08A341FA-FCEC-BFE1-8B0B-A0631850ECE1}"/>
    <pc:docChg chg="modSld">
      <pc:chgData name="Dandi Prayogatama" userId="S::901191@hq.bni.co.id::627b8d0c-2f52-43dd-9e75-9b5cd649ae6b" providerId="AD" clId="Web-{08A341FA-FCEC-BFE1-8B0B-A0631850ECE1}" dt="2026-08-09T08:18:11.209" v="121"/>
      <pc:docMkLst>
        <pc:docMk/>
      </pc:docMkLst>
    </pc:docChg>
  </pc:docChgLst>
  <pc:docChgLst>
    <pc:chgData name="Rahmat Pratama Aji" userId="S::901970@hq.bni.co.id::8b5e6750-c897-48f6-ac53-d79722246412" providerId="AD" clId="Web-{974BE9D4-18F4-3C84-AF3D-9ADB5A0EC475}"/>
    <pc:docChg chg="modSld">
      <pc:chgData name="Rahmat Pratama Aji" userId="S::901970@hq.bni.co.id::8b5e6750-c897-48f6-ac53-d79722246412" providerId="AD" clId="Web-{974BE9D4-18F4-3C84-AF3D-9ADB5A0EC475}" dt="2026-08-05T10:35:46.036" v="25" actId="20577"/>
      <pc:docMkLst>
        <pc:docMk/>
      </pc:docMkLst>
    </pc:docChg>
  </pc:docChgLst>
  <pc:docChgLst>
    <pc:chgData name="Dandi Prayogatama" userId="S::901191@hq.bni.co.id::627b8d0c-2f52-43dd-9e75-9b5cd649ae6b" providerId="AD" clId="Web-{00000000-0000-0000-0000-000000000000}"/>
    <pc:docChg chg="modSld">
      <pc:chgData name="Dandi Prayogatama" userId="S::901191@hq.bni.co.id::627b8d0c-2f52-43dd-9e75-9b5cd649ae6b" providerId="AD" clId="Web-{00000000-0000-0000-0000-000000000000}" dt="2026-08-10T07:35:42.177" v="20" actId="1076"/>
      <pc:docMkLst>
        <pc:docMk/>
      </pc:docMkLst>
      <pc:sldChg chg="addSp delSp modSp">
        <pc:chgData name="Dandi Prayogatama" userId="S::901191@hq.bni.co.id::627b8d0c-2f52-43dd-9e75-9b5cd649ae6b" providerId="AD" clId="Web-{00000000-0000-0000-0000-000000000000}" dt="2026-08-10T07:35:23.770" v="15" actId="1076"/>
        <pc:sldMkLst>
          <pc:docMk/>
          <pc:sldMk cId="0" sldId="265"/>
        </pc:sldMkLst>
        <pc:spChg chg="mod">
          <ac:chgData name="Dandi Prayogatama" userId="S::901191@hq.bni.co.id::627b8d0c-2f52-43dd-9e75-9b5cd649ae6b" providerId="AD" clId="Web-{00000000-0000-0000-0000-000000000000}" dt="2026-08-10T07:33:57.172" v="1" actId="20577"/>
          <ac:spMkLst>
            <pc:docMk/>
            <pc:sldMk cId="0" sldId="265"/>
            <ac:spMk id="3" creationId="{00000000-0000-0000-0000-000000000000}"/>
          </ac:spMkLst>
        </pc:spChg>
        <pc:picChg chg="add del mod">
          <ac:chgData name="Dandi Prayogatama" userId="S::901191@hq.bni.co.id::627b8d0c-2f52-43dd-9e75-9b5cd649ae6b" providerId="AD" clId="Web-{00000000-0000-0000-0000-000000000000}" dt="2026-08-10T07:35:23.770" v="15" actId="1076"/>
          <ac:picMkLst>
            <pc:docMk/>
            <pc:sldMk cId="0" sldId="265"/>
            <ac:picMk id="18" creationId="{F060F910-FD1F-8CF9-1E11-436F16D0474A}"/>
          </ac:picMkLst>
        </pc:picChg>
        <pc:picChg chg="add del">
          <ac:chgData name="Dandi Prayogatama" userId="S::901191@hq.bni.co.id::627b8d0c-2f52-43dd-9e75-9b5cd649ae6b" providerId="AD" clId="Web-{00000000-0000-0000-0000-000000000000}" dt="2026-08-10T07:35:22.567" v="14"/>
          <ac:picMkLst>
            <pc:docMk/>
            <pc:sldMk cId="0" sldId="265"/>
            <ac:picMk id="19" creationId="{4BA5B73F-6324-AC0A-72C9-A12CB849F2AA}"/>
          </ac:picMkLst>
        </pc:picChg>
      </pc:sldChg>
      <pc:sldChg chg="addSp modSp">
        <pc:chgData name="Dandi Prayogatama" userId="S::901191@hq.bni.co.id::627b8d0c-2f52-43dd-9e75-9b5cd649ae6b" providerId="AD" clId="Web-{00000000-0000-0000-0000-000000000000}" dt="2026-08-10T07:35:27.739" v="16" actId="1076"/>
        <pc:sldMkLst>
          <pc:docMk/>
          <pc:sldMk cId="1663246" sldId="2147479795"/>
        </pc:sldMkLst>
        <pc:spChg chg="mod">
          <ac:chgData name="Dandi Prayogatama" userId="S::901191@hq.bni.co.id::627b8d0c-2f52-43dd-9e75-9b5cd649ae6b" providerId="AD" clId="Web-{00000000-0000-0000-0000-000000000000}" dt="2026-08-10T07:34:04.610" v="2" actId="20577"/>
          <ac:spMkLst>
            <pc:docMk/>
            <pc:sldMk cId="1663246" sldId="2147479795"/>
            <ac:spMk id="2" creationId="{5D307F28-4463-6B14-9434-D558F62065BE}"/>
          </ac:spMkLst>
        </pc:spChg>
        <pc:picChg chg="mod">
          <ac:chgData name="Dandi Prayogatama" userId="S::901191@hq.bni.co.id::627b8d0c-2f52-43dd-9e75-9b5cd649ae6b" providerId="AD" clId="Web-{00000000-0000-0000-0000-000000000000}" dt="2026-08-10T07:35:27.739" v="16" actId="1076"/>
          <ac:picMkLst>
            <pc:docMk/>
            <pc:sldMk cId="1663246" sldId="2147479795"/>
            <ac:picMk id="4" creationId="{A9E9DB61-3C75-4038-53DC-E3000B2321B2}"/>
          </ac:picMkLst>
        </pc:picChg>
        <pc:picChg chg="add">
          <ac:chgData name="Dandi Prayogatama" userId="S::901191@hq.bni.co.id::627b8d0c-2f52-43dd-9e75-9b5cd649ae6b" providerId="AD" clId="Web-{00000000-0000-0000-0000-000000000000}" dt="2026-08-10T07:34:50.643" v="8"/>
          <ac:picMkLst>
            <pc:docMk/>
            <pc:sldMk cId="1663246" sldId="2147479795"/>
            <ac:picMk id="6" creationId="{5E555807-259B-1B53-15C8-B297076D51D6}"/>
          </ac:picMkLst>
        </pc:picChg>
      </pc:sldChg>
      <pc:sldChg chg="modSp">
        <pc:chgData name="Dandi Prayogatama" userId="S::901191@hq.bni.co.id::627b8d0c-2f52-43dd-9e75-9b5cd649ae6b" providerId="AD" clId="Web-{00000000-0000-0000-0000-000000000000}" dt="2026-08-10T07:33:51.719" v="0" actId="20577"/>
        <pc:sldMkLst>
          <pc:docMk/>
          <pc:sldMk cId="3242238177" sldId="2147479798"/>
        </pc:sldMkLst>
        <pc:spChg chg="mod">
          <ac:chgData name="Dandi Prayogatama" userId="S::901191@hq.bni.co.id::627b8d0c-2f52-43dd-9e75-9b5cd649ae6b" providerId="AD" clId="Web-{00000000-0000-0000-0000-000000000000}" dt="2026-08-10T07:33:51.719" v="0" actId="20577"/>
          <ac:spMkLst>
            <pc:docMk/>
            <pc:sldMk cId="3242238177" sldId="2147479798"/>
            <ac:spMk id="2" creationId="{DA8FF566-A409-73AB-990D-F97E52CF8A69}"/>
          </ac:spMkLst>
        </pc:spChg>
      </pc:sldChg>
      <pc:sldChg chg="delSp modSp">
        <pc:chgData name="Dandi Prayogatama" userId="S::901191@hq.bni.co.id::627b8d0c-2f52-43dd-9e75-9b5cd649ae6b" providerId="AD" clId="Web-{00000000-0000-0000-0000-000000000000}" dt="2026-08-10T07:35:42.177" v="20" actId="1076"/>
        <pc:sldMkLst>
          <pc:docMk/>
          <pc:sldMk cId="1812877911" sldId="2147479801"/>
        </pc:sldMkLst>
        <pc:spChg chg="mod">
          <ac:chgData name="Dandi Prayogatama" userId="S::901191@hq.bni.co.id::627b8d0c-2f52-43dd-9e75-9b5cd649ae6b" providerId="AD" clId="Web-{00000000-0000-0000-0000-000000000000}" dt="2026-08-10T07:34:11.532" v="4" actId="20577"/>
          <ac:spMkLst>
            <pc:docMk/>
            <pc:sldMk cId="1812877911" sldId="2147479801"/>
            <ac:spMk id="3" creationId="{264752A5-491C-4690-11B3-76F3D7AFCFC7}"/>
          </ac:spMkLst>
        </pc:spChg>
        <pc:picChg chg="mod">
          <ac:chgData name="Dandi Prayogatama" userId="S::901191@hq.bni.co.id::627b8d0c-2f52-43dd-9e75-9b5cd649ae6b" providerId="AD" clId="Web-{00000000-0000-0000-0000-000000000000}" dt="2026-08-10T07:35:42.177" v="20" actId="1076"/>
          <ac:picMkLst>
            <pc:docMk/>
            <pc:sldMk cId="1812877911" sldId="2147479801"/>
            <ac:picMk id="11" creationId="{CCA0D456-62FD-7658-3B96-9130C8A2FB74}"/>
          </ac:picMkLst>
        </pc:picChg>
        <pc:picChg chg="del">
          <ac:chgData name="Dandi Prayogatama" userId="S::901191@hq.bni.co.id::627b8d0c-2f52-43dd-9e75-9b5cd649ae6b" providerId="AD" clId="Web-{00000000-0000-0000-0000-000000000000}" dt="2026-08-10T07:35:38.630" v="19"/>
          <ac:picMkLst>
            <pc:docMk/>
            <pc:sldMk cId="1812877911" sldId="2147479801"/>
            <ac:picMk id="12" creationId="{89F51B2E-6AE9-7015-C8D0-31D4BE98669A}"/>
          </ac:picMkLst>
        </pc:picChg>
      </pc:sldChg>
      <pc:sldChg chg="delSp modSp">
        <pc:chgData name="Dandi Prayogatama" userId="S::901191@hq.bni.co.id::627b8d0c-2f52-43dd-9e75-9b5cd649ae6b" providerId="AD" clId="Web-{00000000-0000-0000-0000-000000000000}" dt="2026-08-10T07:35:34.239" v="18" actId="1076"/>
        <pc:sldMkLst>
          <pc:docMk/>
          <pc:sldMk cId="1636121798" sldId="2147479803"/>
        </pc:sldMkLst>
        <pc:spChg chg="mod">
          <ac:chgData name="Dandi Prayogatama" userId="S::901191@hq.bni.co.id::627b8d0c-2f52-43dd-9e75-9b5cd649ae6b" providerId="AD" clId="Web-{00000000-0000-0000-0000-000000000000}" dt="2026-08-10T07:34:08.016" v="3" actId="20577"/>
          <ac:spMkLst>
            <pc:docMk/>
            <pc:sldMk cId="1636121798" sldId="2147479803"/>
            <ac:spMk id="3" creationId="{B34095EE-8445-B76E-1038-E2C2A076DCA0}"/>
          </ac:spMkLst>
        </pc:spChg>
        <pc:picChg chg="mod">
          <ac:chgData name="Dandi Prayogatama" userId="S::901191@hq.bni.co.id::627b8d0c-2f52-43dd-9e75-9b5cd649ae6b" providerId="AD" clId="Web-{00000000-0000-0000-0000-000000000000}" dt="2026-08-10T07:35:34.239" v="18" actId="1076"/>
          <ac:picMkLst>
            <pc:docMk/>
            <pc:sldMk cId="1636121798" sldId="2147479803"/>
            <ac:picMk id="11" creationId="{BD3CA802-2B57-5730-0593-34A9DA6D781D}"/>
          </ac:picMkLst>
        </pc:picChg>
        <pc:picChg chg="del">
          <ac:chgData name="Dandi Prayogatama" userId="S::901191@hq.bni.co.id::627b8d0c-2f52-43dd-9e75-9b5cd649ae6b" providerId="AD" clId="Web-{00000000-0000-0000-0000-000000000000}" dt="2026-08-10T07:35:31.426" v="17"/>
          <ac:picMkLst>
            <pc:docMk/>
            <pc:sldMk cId="1636121798" sldId="2147479803"/>
            <ac:picMk id="12" creationId="{3AD11A3E-74D7-C6E3-867A-A50D053F2398}"/>
          </ac:picMkLst>
        </pc:picChg>
      </pc:sldChg>
    </pc:docChg>
  </pc:docChgLst>
  <pc:docChgLst>
    <pc:chgData name="Dandi Prayogatama" userId="S::901191@hq.bni.co.id::627b8d0c-2f52-43dd-9e75-9b5cd649ae6b" providerId="AD" clId="Web-{AD320266-148D-79D2-D099-A0897CCCDEBF}"/>
    <pc:docChg chg="addSld delSld modSld">
      <pc:chgData name="Dandi Prayogatama" userId="S::901191@hq.bni.co.id::627b8d0c-2f52-43dd-9e75-9b5cd649ae6b" providerId="AD" clId="Web-{AD320266-148D-79D2-D099-A0897CCCDEBF}" dt="2026-08-10T00:56:37.185" v="345" actId="1076"/>
      <pc:docMkLst>
        <pc:docMk/>
      </pc:docMkLst>
      <pc:sldChg chg="modSp">
        <pc:chgData name="Dandi Prayogatama" userId="S::901191@hq.bni.co.id::627b8d0c-2f52-43dd-9e75-9b5cd649ae6b" providerId="AD" clId="Web-{AD320266-148D-79D2-D099-A0897CCCDEBF}" dt="2026-08-10T00:52:52.386" v="299" actId="20577"/>
        <pc:sldMkLst>
          <pc:docMk/>
          <pc:sldMk cId="1576181961" sldId="331"/>
        </pc:sldMkLst>
        <pc:spChg chg="mod">
          <ac:chgData name="Dandi Prayogatama" userId="S::901191@hq.bni.co.id::627b8d0c-2f52-43dd-9e75-9b5cd649ae6b" providerId="AD" clId="Web-{AD320266-148D-79D2-D099-A0897CCCDEBF}" dt="2026-08-10T00:52:52.386" v="299" actId="20577"/>
          <ac:spMkLst>
            <pc:docMk/>
            <pc:sldMk cId="1576181961" sldId="331"/>
            <ac:spMk id="3" creationId="{D0B2FB8D-865B-0A7C-A6BD-D7FAB6751AB3}"/>
          </ac:spMkLst>
        </pc:spChg>
      </pc:sldChg>
      <pc:sldChg chg="delSp modSp add del">
        <pc:chgData name="Dandi Prayogatama" userId="S::901191@hq.bni.co.id::627b8d0c-2f52-43dd-9e75-9b5cd649ae6b" providerId="AD" clId="Web-{AD320266-148D-79D2-D099-A0897CCCDEBF}" dt="2026-08-10T00:52:25.542" v="292"/>
        <pc:sldMkLst>
          <pc:docMk/>
          <pc:sldMk cId="275390643" sldId="2147479802"/>
        </pc:sldMkLst>
        <pc:spChg chg="del">
          <ac:chgData name="Dandi Prayogatama" userId="S::901191@hq.bni.co.id::627b8d0c-2f52-43dd-9e75-9b5cd649ae6b" providerId="AD" clId="Web-{AD320266-148D-79D2-D099-A0897CCCDEBF}" dt="2026-08-10T00:51:18.042" v="3"/>
          <ac:spMkLst>
            <pc:docMk/>
            <pc:sldMk cId="275390643" sldId="2147479802"/>
            <ac:spMk id="10" creationId="{00000000-0000-0000-0000-000000000000}"/>
          </ac:spMkLst>
        </pc:spChg>
        <pc:spChg chg="del">
          <ac:chgData name="Dandi Prayogatama" userId="S::901191@hq.bni.co.id::627b8d0c-2f52-43dd-9e75-9b5cd649ae6b" providerId="AD" clId="Web-{AD320266-148D-79D2-D099-A0897CCCDEBF}" dt="2026-08-10T00:51:17.385" v="2"/>
          <ac:spMkLst>
            <pc:docMk/>
            <pc:sldMk cId="275390643" sldId="2147479802"/>
            <ac:spMk id="11" creationId="{00000000-0000-0000-0000-000000000000}"/>
          </ac:spMkLst>
        </pc:spChg>
        <pc:spChg chg="del">
          <ac:chgData name="Dandi Prayogatama" userId="S::901191@hq.bni.co.id::627b8d0c-2f52-43dd-9e75-9b5cd649ae6b" providerId="AD" clId="Web-{AD320266-148D-79D2-D099-A0897CCCDEBF}" dt="2026-08-10T00:51:16.729" v="1"/>
          <ac:spMkLst>
            <pc:docMk/>
            <pc:sldMk cId="275390643" sldId="2147479802"/>
            <ac:spMk id="12" creationId="{00000000-0000-0000-0000-000000000000}"/>
          </ac:spMkLst>
        </pc:spChg>
        <pc:spChg chg="del">
          <ac:chgData name="Dandi Prayogatama" userId="S::901191@hq.bni.co.id::627b8d0c-2f52-43dd-9e75-9b5cd649ae6b" providerId="AD" clId="Web-{AD320266-148D-79D2-D099-A0897CCCDEBF}" dt="2026-08-10T00:51:18.917" v="4"/>
          <ac:spMkLst>
            <pc:docMk/>
            <pc:sldMk cId="275390643" sldId="2147479802"/>
            <ac:spMk id="13" creationId="{00000000-0000-0000-0000-000000000000}"/>
          </ac:spMkLst>
        </pc:spChg>
        <pc:graphicFrameChg chg="mod">
          <ac:chgData name="Dandi Prayogatama" userId="S::901191@hq.bni.co.id::627b8d0c-2f52-43dd-9e75-9b5cd649ae6b" providerId="AD" clId="Web-{AD320266-148D-79D2-D099-A0897CCCDEBF}" dt="2026-08-10T00:51:22.526" v="6" actId="1076"/>
          <ac:graphicFrameMkLst>
            <pc:docMk/>
            <pc:sldMk cId="275390643" sldId="2147479802"/>
            <ac:graphicFrameMk id="9" creationId="{00000000-0000-0000-0000-000000000000}"/>
          </ac:graphicFrameMkLst>
        </pc:graphicFrameChg>
      </pc:sldChg>
      <pc:sldChg chg="addSp delSp modSp add replId">
        <pc:chgData name="Dandi Prayogatama" userId="S::901191@hq.bni.co.id::627b8d0c-2f52-43dd-9e75-9b5cd649ae6b" providerId="AD" clId="Web-{AD320266-148D-79D2-D099-A0897CCCDEBF}" dt="2026-08-10T00:56:37.185" v="345" actId="1076"/>
        <pc:sldMkLst>
          <pc:docMk/>
          <pc:sldMk cId="1636121798" sldId="2147479803"/>
        </pc:sldMkLst>
        <pc:spChg chg="mod">
          <ac:chgData name="Dandi Prayogatama" userId="S::901191@hq.bni.co.id::627b8d0c-2f52-43dd-9e75-9b5cd649ae6b" providerId="AD" clId="Web-{AD320266-148D-79D2-D099-A0897CCCDEBF}" dt="2026-08-10T00:52:16.152" v="290" actId="1076"/>
          <ac:spMkLst>
            <pc:docMk/>
            <pc:sldMk cId="1636121798" sldId="2147479803"/>
            <ac:spMk id="6" creationId="{DBCE8BB6-7976-D84B-6BCE-8308B65FEEC5}"/>
          </ac:spMkLst>
        </pc:spChg>
        <pc:spChg chg="mod">
          <ac:chgData name="Dandi Prayogatama" userId="S::901191@hq.bni.co.id::627b8d0c-2f52-43dd-9e75-9b5cd649ae6b" providerId="AD" clId="Web-{AD320266-148D-79D2-D099-A0897CCCDEBF}" dt="2026-08-10T00:54:31.559" v="302" actId="20577"/>
          <ac:spMkLst>
            <pc:docMk/>
            <pc:sldMk cId="1636121798" sldId="2147479803"/>
            <ac:spMk id="7" creationId="{38226543-B764-8CF5-F249-942B924233D0}"/>
          </ac:spMkLst>
        </pc:spChg>
        <pc:graphicFrameChg chg="add mod modGraphic">
          <ac:chgData name="Dandi Prayogatama" userId="S::901191@hq.bni.co.id::627b8d0c-2f52-43dd-9e75-9b5cd649ae6b" providerId="AD" clId="Web-{AD320266-148D-79D2-D099-A0897CCCDEBF}" dt="2026-08-10T00:56:34.513" v="344"/>
          <ac:graphicFrameMkLst>
            <pc:docMk/>
            <pc:sldMk cId="1636121798" sldId="2147479803"/>
            <ac:graphicFrameMk id="5" creationId="{28199921-CD3F-C9FB-20EA-58BB1D50AF9E}"/>
          </ac:graphicFrameMkLst>
        </pc:graphicFrameChg>
        <pc:graphicFrameChg chg="add mod">
          <ac:chgData name="Dandi Prayogatama" userId="S::901191@hq.bni.co.id::627b8d0c-2f52-43dd-9e75-9b5cd649ae6b" providerId="AD" clId="Web-{AD320266-148D-79D2-D099-A0897CCCDEBF}" dt="2026-08-10T00:56:37.185" v="345" actId="1076"/>
          <ac:graphicFrameMkLst>
            <pc:docMk/>
            <pc:sldMk cId="1636121798" sldId="2147479803"/>
            <ac:graphicFrameMk id="9" creationId="{0F06A398-15A9-7B93-DEA0-D14F36AB0D7E}"/>
          </ac:graphicFrameMkLst>
        </pc:graphicFrameChg>
        <pc:graphicFrameChg chg="del">
          <ac:chgData name="Dandi Prayogatama" userId="S::901191@hq.bni.co.id::627b8d0c-2f52-43dd-9e75-9b5cd649ae6b" providerId="AD" clId="Web-{AD320266-148D-79D2-D099-A0897CCCDEBF}" dt="2026-08-10T00:51:31.198" v="11"/>
          <ac:graphicFrameMkLst>
            <pc:docMk/>
            <pc:sldMk cId="1636121798" sldId="2147479803"/>
            <ac:graphicFrameMk id="14" creationId="{CC36D87A-B1F4-35D4-DF14-55DF6830A635}"/>
          </ac:graphicFrameMkLst>
        </pc:graphicFrameChg>
        <pc:graphicFrameChg chg="del">
          <ac:chgData name="Dandi Prayogatama" userId="S::901191@hq.bni.co.id::627b8d0c-2f52-43dd-9e75-9b5cd649ae6b" providerId="AD" clId="Web-{AD320266-148D-79D2-D099-A0897CCCDEBF}" dt="2026-08-10T00:51:31.198" v="10"/>
          <ac:graphicFrameMkLst>
            <pc:docMk/>
            <pc:sldMk cId="1636121798" sldId="2147479803"/>
            <ac:graphicFrameMk id="16" creationId="{ED8DC352-794F-3C35-D815-46D72C205FC0}"/>
          </ac:graphicFrameMkLst>
        </pc:graphicFrameChg>
      </pc:sldChg>
      <pc:sldChg chg="new del">
        <pc:chgData name="Dandi Prayogatama" userId="S::901191@hq.bni.co.id::627b8d0c-2f52-43dd-9e75-9b5cd649ae6b" providerId="AD" clId="Web-{AD320266-148D-79D2-D099-A0897CCCDEBF}" dt="2026-08-10T00:51:26.589" v="8"/>
        <pc:sldMkLst>
          <pc:docMk/>
          <pc:sldMk cId="3540155753" sldId="2147479803"/>
        </pc:sldMkLst>
      </pc:sldChg>
    </pc:docChg>
  </pc:docChgLst>
  <pc:docChgLst>
    <pc:chgData name="Dandi Prayogatama" userId="S::901191@hq.bni.co.id::627b8d0c-2f52-43dd-9e75-9b5cd649ae6b" providerId="AD" clId="Web-{9BC76409-223E-66EC-0208-F0472873E6FC}"/>
    <pc:docChg chg="modSld">
      <pc:chgData name="Dandi Prayogatama" userId="S::901191@hq.bni.co.id::627b8d0c-2f52-43dd-9e75-9b5cd649ae6b" providerId="AD" clId="Web-{9BC76409-223E-66EC-0208-F0472873E6FC}" dt="2026-08-10T07:25:24.794" v="3" actId="14100"/>
      <pc:docMkLst>
        <pc:docMk/>
      </pc:docMkLst>
      <pc:sldChg chg="addSp modSp">
        <pc:chgData name="Dandi Prayogatama" userId="S::901191@hq.bni.co.id::627b8d0c-2f52-43dd-9e75-9b5cd649ae6b" providerId="AD" clId="Web-{9BC76409-223E-66EC-0208-F0472873E6FC}" dt="2026-08-10T07:25:24.794" v="3" actId="14100"/>
        <pc:sldMkLst>
          <pc:docMk/>
          <pc:sldMk cId="2533151450" sldId="2147479791"/>
        </pc:sldMkLst>
        <pc:picChg chg="add mod">
          <ac:chgData name="Dandi Prayogatama" userId="S::901191@hq.bni.co.id::627b8d0c-2f52-43dd-9e75-9b5cd649ae6b" providerId="AD" clId="Web-{9BC76409-223E-66EC-0208-F0472873E6FC}" dt="2026-08-10T07:25:24.794" v="3" actId="14100"/>
          <ac:picMkLst>
            <pc:docMk/>
            <pc:sldMk cId="2533151450" sldId="2147479791"/>
            <ac:picMk id="2" creationId="{31F8395C-F051-F0F4-CD06-80DFF23BF3F9}"/>
          </ac:picMkLst>
        </pc:picChg>
      </pc:sldChg>
    </pc:docChg>
  </pc:docChgLst>
  <pc:docChgLst>
    <pc:chgData name="Fajra Risqulla" userId="S::70558@hq.bni.co.id::9146a555-94d4-4dc2-9a83-976dce77e1b2" providerId="AD" clId="Web-{1A0BB850-F398-C6EC-DE8D-5FF9FCDDBFE2}"/>
    <pc:docChg chg="modSld">
      <pc:chgData name="Fajra Risqulla" userId="S::70558@hq.bni.co.id::9146a555-94d4-4dc2-9a83-976dce77e1b2" providerId="AD" clId="Web-{1A0BB850-F398-C6EC-DE8D-5FF9FCDDBFE2}" dt="2026-08-07T08:56:28.829" v="1" actId="14100"/>
      <pc:docMkLst>
        <pc:docMk/>
      </pc:docMkLst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7FFFF0FB_61853CC6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7FFFF0F9_6C0E525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650" b="0" i="0" u="none" strike="noStrike">
                <a:solidFill>
                  <a:srgbClr val="101828"/>
                </a:solidFill>
                <a:latin typeface="Arial"/>
              </a:defRPr>
            </a:pPr>
            <a:r>
              <a:rPr lang="en-US" sz="650" b="0" i="0" u="none" strike="noStrike">
                <a:solidFill>
                  <a:srgbClr val="101828"/>
                </a:solidFill>
                <a:latin typeface="Arial"/>
              </a:rPr>
              <a:t>Program / Concurrent Job
Top 10 by Genuine Error Count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Count</c:v>
                </c:pt>
              </c:strCache>
            </c:strRef>
          </c:tx>
          <c:spPr>
            <a:solidFill>
              <a:srgbClr val="EC5A2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0182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Update Subledger Acct Balances</c:v>
                </c:pt>
                <c:pt idx="1">
                  <c:v>BNI GL Lap. Jurnal Trx Entity V2</c:v>
                </c:pt>
                <c:pt idx="2">
                  <c:v>FAH Process</c:v>
                </c:pt>
                <c:pt idx="3">
                  <c:v>Transfer Journal Entries to GL</c:v>
                </c:pt>
                <c:pt idx="4">
                  <c:v>BNI GL Interface Kurs Harian</c:v>
                </c:pt>
                <c:pt idx="5">
                  <c:v>Posting: Single Ledger</c:v>
                </c:pt>
                <c:pt idx="6">
                  <c:v>Journal Import</c:v>
                </c:pt>
                <c:pt idx="7">
                  <c:v>Report Set</c:v>
                </c:pt>
                <c:pt idx="8">
                  <c:v>Accounting Program</c:v>
                </c:pt>
                <c:pt idx="9">
                  <c:v>Create Accounting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6</c:v>
                </c:pt>
                <c:pt idx="6">
                  <c:v>7</c:v>
                </c:pt>
                <c:pt idx="7">
                  <c:v>20</c:v>
                </c:pt>
                <c:pt idx="8">
                  <c:v>38</c:v>
                </c:pt>
                <c:pt idx="9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EC-453B-99E8-0496D9DE78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550" b="0" i="0" u="none" strike="noStrike">
                <a:solidFill>
                  <a:srgbClr val="34405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34405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700" b="0" i="0" u="none" strike="noStrike">
                <a:solidFill>
                  <a:srgbClr val="101828"/>
                </a:solidFill>
                <a:latin typeface="Arial"/>
              </a:defRPr>
            </a:pPr>
            <a:r>
              <a:rPr lang="en-US" sz="700" b="0" i="0" u="none" strike="noStrike">
                <a:solidFill>
                  <a:srgbClr val="101828"/>
                </a:solidFill>
                <a:latin typeface="Arial"/>
              </a:rPr>
              <a:t>Top 5 Slowest Program
by P95 (menit)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P95 (min)</c:v>
                </c:pt>
              </c:strCache>
            </c:strRef>
          </c:tx>
          <c:spPr>
            <a:solidFill>
              <a:srgbClr val="2183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0182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Accounting Program</c:v>
                </c:pt>
                <c:pt idx="1">
                  <c:v>BNI FAH Journal Reversal</c:v>
                </c:pt>
                <c:pt idx="2">
                  <c:v>BNI GL Lap. Jurnal Trx</c:v>
                </c:pt>
                <c:pt idx="3">
                  <c:v>Validate App Acct Def.</c:v>
                </c:pt>
                <c:pt idx="4">
                  <c:v>Report Set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23.23</c:v>
                </c:pt>
                <c:pt idx="1">
                  <c:v>28.15</c:v>
                </c:pt>
                <c:pt idx="2">
                  <c:v>28.4</c:v>
                </c:pt>
                <c:pt idx="3">
                  <c:v>39.19</c:v>
                </c:pt>
                <c:pt idx="4">
                  <c:v>63.2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99-4444-A746-EB035D2583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34405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34405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F3B4A-0AFE-9672-A993-EDCD11293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180A1-C5D4-F9CA-A7EB-650453FF3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661DD-4EAC-2259-77F1-C782C48CC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99860-697B-489B-BA65-117EA9FF6C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7314B3-23EA-A546-931C-47B1338D5B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7144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EFS_Infrastructures_June.xlsx and EFS_Infrastructures_July.xlsx
- EFS_Transactions_June.xlsx and EFS_Transactions_July.xlsx
- EFS Monthly Report PPTX.pptx for June XLA baseline
- EFS_XLA_July.xlsx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740BB-E8C9-3C39-7809-4F6D431A4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8FBBE-E941-427A-3DA6-32D8E5038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91294-4494-97BE-B1BE-2195D4B97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EFS_Infrastructures_June.xlsx, Monthly Summary and Max CPU Usage
- EFS_Infrastructures_July.xlsx, Monthly Summary and Max CPU Usage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476F7-036C-A764-84EC-EF56700C55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999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22B69-241A-19E1-C123-992DFD682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ACF67A-F414-1E54-D189-C03250F41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1C2C41-DDE8-DCF3-8E46-7348E0AA5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EFS_Infrastructures_June.xlsx, Monthly Summary and Max CPU Usage
- EFS_Infrastructures_July.xlsx, Monthly Summary and Max CPU Usage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2DBAC-80ED-4942-3E07-C4F2CE5C19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480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EFS_Transactions_June.xlsx and EFS_Transactions_July.xlsx, Summary and Response Time P99
- EFS Monthly Report PPTX.pptx, June XLA baseline
- EFS_XLA_July.xlsx, Summary and Daily Trend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6B1-5E6D-16CE-1727-F9C3E8D7E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E36EA-D329-2A16-5AC9-9313318F8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C8766-63FF-4D43-A36C-A4A4C8212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EFS_Transactions_June.xlsx and EFS_Transactions_July.xlsx, Summary and Response Time P99
- EFS Monthly Report PPTX.pptx, June XLA baseline
- EFS_XLA_July.xlsx, Summary and Daily Trend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713CB-9E30-4CB5-AB49-8D14481566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724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2782E-B991-8E5B-73E7-9AF2AF4F0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4BB4A-5925-6EE1-938B-58B3CE4C4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A2ABCB-D532-CDB2-388D-34A1A67DC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EFS_Infrastructures_June.xlsx, Monthly Summary and Max CPU Usage
- EFS_Infrastructures_July.xlsx, Monthly Summary and Max CPU Usage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55C5E-CA0D-5CFD-55AD-0097732151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36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EE148-B172-4984-6D60-963C0B42B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66A2C-5A1F-11A1-62B5-6C2EFFFB7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7BEAF3-1456-72D4-EE18-D6EFB45BF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09C02-C9EA-7253-5EB9-D3FED754F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52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B5FF6-C742-4A80-83E8-3BB2C772D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9F1938-DDA7-8054-FC2D-DC7682F131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46910B-BEC5-C609-2CCA-9ADD64FEA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A15D5-99BF-EEC1-554F-E13FE1D154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495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Observed improvements calculated from June and July infrastructure, transaction, and XLA monthly data
- Required actions are proposed management follow-ups based on July findings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emf"/><Relationship Id="rId4" Type="http://schemas.openxmlformats.org/officeDocument/2006/relationships/image" Target="../media/image4.emf"/><Relationship Id="rId5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A47DDB-063E-2041-2456-A8480C7A4B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60521" y="-8188"/>
            <a:ext cx="12258614" cy="6900862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D83B8BC-B433-B98F-65AA-614894311BE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65314" y="-8189"/>
            <a:ext cx="7805057" cy="3905275"/>
          </a:xfrm>
          <a:custGeom>
            <a:avLst/>
            <a:gdLst>
              <a:gd name="connsiteX0" fmla="*/ 0 w 7805057"/>
              <a:gd name="connsiteY0" fmla="*/ 0 h 3905275"/>
              <a:gd name="connsiteX1" fmla="*/ 7805057 w 7805057"/>
              <a:gd name="connsiteY1" fmla="*/ 0 h 3905275"/>
              <a:gd name="connsiteX2" fmla="*/ 7805057 w 7805057"/>
              <a:gd name="connsiteY2" fmla="*/ 23 h 3905275"/>
              <a:gd name="connsiteX3" fmla="*/ 7784910 w 7805057"/>
              <a:gd name="connsiteY3" fmla="*/ 399293 h 3905275"/>
              <a:gd name="connsiteX4" fmla="*/ 3902529 w 7805057"/>
              <a:gd name="connsiteY4" fmla="*/ 3905275 h 3905275"/>
              <a:gd name="connsiteX5" fmla="*/ 0 w 7805057"/>
              <a:gd name="connsiteY5" fmla="*/ 2 h 390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05057" h="3905275">
                <a:moveTo>
                  <a:pt x="0" y="0"/>
                </a:moveTo>
                <a:lnTo>
                  <a:pt x="7805057" y="0"/>
                </a:lnTo>
                <a:lnTo>
                  <a:pt x="7805057" y="23"/>
                </a:lnTo>
                <a:lnTo>
                  <a:pt x="7784910" y="399293"/>
                </a:lnTo>
                <a:cubicBezTo>
                  <a:pt x="7585061" y="2368551"/>
                  <a:pt x="5923130" y="3905275"/>
                  <a:pt x="3902529" y="3905275"/>
                </a:cubicBezTo>
                <a:cubicBezTo>
                  <a:pt x="1747222" y="3905275"/>
                  <a:pt x="0" y="2156825"/>
                  <a:pt x="0" y="2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77249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190BDC-854E-10AB-84EC-8830C4F71A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60000" y="288000"/>
            <a:ext cx="1152000" cy="288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D85A96-444F-6298-8CC9-AE27662F53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00000" y="288000"/>
            <a:ext cx="1059226" cy="307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EC8EBF-0CA1-5ED5-D245-03055097C38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92239" y="5705364"/>
            <a:ext cx="1306795" cy="1169238"/>
          </a:xfrm>
          <a:prstGeom prst="rect">
            <a:avLst/>
          </a:prstGeom>
        </p:spPr>
      </p:pic>
      <p:sp>
        <p:nvSpPr>
          <p:cNvPr id="14" name="Slide Number">
            <a:extLst>
              <a:ext uri="{FF2B5EF4-FFF2-40B4-BE49-F238E27FC236}">
                <a16:creationId xmlns:a16="http://schemas.microsoft.com/office/drawing/2014/main" id="{31A579DE-D766-228F-17F2-5E0DCD3D1EE1}"/>
              </a:ext>
            </a:extLst>
          </p:cNvPr>
          <p:cNvSpPr txBox="1">
            <a:spLocks/>
          </p:cNvSpPr>
          <p:nvPr userDrawn="1"/>
        </p:nvSpPr>
        <p:spPr>
          <a:xfrm>
            <a:off x="11628000" y="6408000"/>
            <a:ext cx="360000" cy="360000"/>
          </a:xfrm>
          <a:prstGeom prst="rect">
            <a:avLst/>
          </a:prstGeom>
          <a:noFill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45720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91440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137160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182880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228600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274320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320040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365760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ctr"/>
            <a:fld id="{86CB4B4D-7CA3-9044-876B-883B54F8677D}" type="slidenum">
              <a:rPr lang="en-ID" sz="1200" b="1" i="0" smtClean="0">
                <a:ln>
                  <a:noFill/>
                </a:ln>
                <a:solidFill>
                  <a:srgbClr val="14515B"/>
                </a:solidFill>
                <a:latin typeface="Poppins SemiBold" pitchFamily="2" charset="77"/>
                <a:cs typeface="Poppins SemiBold" pitchFamily="2" charset="77"/>
              </a:rPr>
              <a:pPr algn="ctr"/>
              <a:t>‹#›</a:t>
            </a:fld>
            <a:endParaRPr lang="en-ID" sz="900" b="1" i="0">
              <a:ln>
                <a:noFill/>
              </a:ln>
              <a:solidFill>
                <a:srgbClr val="14515B"/>
              </a:solidFill>
              <a:latin typeface="Poppins SemiBold" pitchFamily="2" charset="77"/>
              <a:cs typeface="Poppins SemiBold" pitchFamily="2" charset="77"/>
            </a:endParaRPr>
          </a:p>
        </p:txBody>
      </p:sp>
      <p:pic>
        <p:nvPicPr>
          <p:cNvPr id="17" name="Google Shape;61;p1" descr="Asset 1.png">
            <a:extLst>
              <a:ext uri="{FF2B5EF4-FFF2-40B4-BE49-F238E27FC236}">
                <a16:creationId xmlns:a16="http://schemas.microsoft.com/office/drawing/2014/main" id="{BF99D4E2-31AF-D59D-C740-68B3F2F0ECBB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0" y="6120000"/>
            <a:ext cx="1152000" cy="75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391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B9B9D-41D0-95E1-E7B2-0B7B154AA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CC7AF-7D73-4A10-4E78-CB1FD2E98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230E5-30D2-838D-2FA2-B4B88CA07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B6247-AEA0-4956-BE66-A4C6B1E22C43}" type="datetimeFigureOut">
              <a:rPr lang="en-AU" smtClean="0"/>
              <a:t>11/08/2026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1A297-3D3B-0FC7-BCC9-04BFA3039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2A010-6712-8AF7-2BDA-3CF50C209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1D3A8-3529-495E-9914-492B7147CA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48926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24704-53F2-ABC1-6C94-62B674649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B2FB8D-865B-0A7C-A6BD-D7FAB6751AB3}"/>
              </a:ext>
            </a:extLst>
          </p:cNvPr>
          <p:cNvSpPr txBox="1"/>
          <p:nvPr/>
        </p:nvSpPr>
        <p:spPr>
          <a:xfrm>
            <a:off x="5955600" y="1384627"/>
            <a:ext cx="5862283" cy="32038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4000">
                <a:latin typeface="+mj-lt"/>
              </a:defRPr>
            </a:lvl1pPr>
          </a:lstStyle>
          <a:p>
            <a:pPr algn="l">
              <a:lnSpc>
                <a:spcPts val="5000"/>
              </a:lnSpc>
            </a:pPr>
            <a:r>
              <a:rPr lang="en-US" sz="2000">
                <a:solidFill>
                  <a:schemeClr val="bg1"/>
                </a:solidFill>
                <a:latin typeface="Avenir Book"/>
              </a:rPr>
              <a:t>MONTHLY REPORT – AUGUST 2026</a:t>
            </a:r>
            <a:endParaRPr lang="en-US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l">
              <a:lnSpc>
                <a:spcPts val="5000"/>
              </a:lnSpc>
            </a:pPr>
            <a:r>
              <a:rPr lang="en-US" sz="3600" b="1">
                <a:solidFill>
                  <a:schemeClr val="bg1"/>
                </a:solidFill>
                <a:latin typeface="Avenir Book"/>
              </a:rPr>
              <a:t>ENTERPRISE FINANCIAL SYSTEM</a:t>
            </a:r>
            <a:endParaRPr lang="en-US" b="1">
              <a:solidFill>
                <a:schemeClr val="bg1"/>
              </a:solidFill>
              <a:cs typeface="Arial"/>
            </a:endParaRPr>
          </a:p>
          <a:p>
            <a:pPr algn="l">
              <a:lnSpc>
                <a:spcPts val="5000"/>
              </a:lnSpc>
            </a:pPr>
            <a:r>
              <a:rPr lang="en-US" sz="2000">
                <a:solidFill>
                  <a:schemeClr val="bg1"/>
                </a:solidFill>
                <a:latin typeface="Avenir Book"/>
                <a:ea typeface="Calibri Light"/>
                <a:cs typeface="Calibri Light"/>
              </a:rPr>
              <a:t>DIVISI IT APPLICATION SERVICES</a:t>
            </a:r>
            <a:br>
              <a:rPr lang="en-US" sz="2000">
                <a:solidFill>
                  <a:schemeClr val="bg1"/>
                </a:solidFill>
                <a:latin typeface="Avenir Book"/>
                <a:ea typeface="Calibri Light"/>
                <a:cs typeface="Calibri Light"/>
              </a:rPr>
            </a:br>
            <a:r>
              <a:rPr lang="en-US" sz="2000">
                <a:solidFill>
                  <a:schemeClr val="bg1"/>
                </a:solidFill>
                <a:latin typeface="Avenir Book"/>
                <a:ea typeface="Calibri Light"/>
                <a:cs typeface="Calibri Light"/>
              </a:rPr>
              <a:t>2026</a:t>
            </a:r>
          </a:p>
        </p:txBody>
      </p:sp>
      <p:pic>
        <p:nvPicPr>
          <p:cNvPr id="9" name="Google Shape;61;p1" descr="Asset 1.png">
            <a:extLst>
              <a:ext uri="{FF2B5EF4-FFF2-40B4-BE49-F238E27FC236}">
                <a16:creationId xmlns:a16="http://schemas.microsoft.com/office/drawing/2014/main" id="{A9FACD80-0914-874F-BA32-E1F079806B2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88652" y="5686302"/>
            <a:ext cx="1804318" cy="11692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6181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6D17-3D58-6887-4EB2-B580A68B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C6B1F70-745F-4674-B40E-D0D0B58E2DD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0"/>
            <a:ext cx="439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DBF2611-C3DD-197A-F43E-A0F9A0950026}"/>
              </a:ext>
            </a:extLst>
          </p:cNvPr>
          <p:cNvSpPr txBox="1"/>
          <p:nvPr/>
        </p:nvSpPr>
        <p:spPr>
          <a:xfrm>
            <a:off x="5040000" y="720000"/>
            <a:ext cx="6104238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3000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 SemiBold"/>
                <a:ea typeface="+mn-ea"/>
                <a:cs typeface="Poppins" pitchFamily="2" charset="77"/>
              </a:rPr>
              <a:t>AGENDA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F8395C-F051-F0F4-CD06-80DFF23BF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446" y="1195083"/>
            <a:ext cx="6071936" cy="534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151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C5A22"/>
                </a:solidFill>
              </a:rPr>
              <a:t>01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1005840" y="21945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>
                <a:solidFill>
                  <a:srgbClr val="218393"/>
                </a:solidFill>
              </a:rPr>
              <a:t>Summary: August Remained Critical, dengan Perbaikan XLA</a:t>
            </a:r>
            <a:endParaRPr lang="en-US" sz="2200"/>
          </a:p>
        </p:txBody>
      </p:sp>
      <p:pic>
        <p:nvPicPr>
          <p:cNvPr id="4" name="Image 0" descr="/mnt/data/final5_work/tpl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06502"/>
            <a:ext cx="1280160" cy="3368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941832"/>
            <a:ext cx="2103120" cy="1335293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" y="1051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r>
              <a:rPr lang="en-US" sz="2200" b="1">
                <a:solidFill>
                  <a:srgbClr val="D0342C"/>
                </a:solidFill>
              </a:rPr>
              <a:t>7 / 8 &gt; Juli (Worse)</a:t>
            </a:r>
            <a:endParaRPr lang="en-US" sz="2200"/>
          </a:p>
        </p:txBody>
      </p:sp>
      <p:sp>
        <p:nvSpPr>
          <p:cNvPr id="7" name="Text 4"/>
          <p:cNvSpPr/>
          <p:nvPr/>
        </p:nvSpPr>
        <p:spPr>
          <a:xfrm>
            <a:off x="685800" y="155383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62626"/>
                </a:solidFill>
              </a:rPr>
              <a:t>Host Critical</a:t>
            </a:r>
            <a:endParaRPr lang="en-US" sz="1200"/>
          </a:p>
        </p:txBody>
      </p:sp>
      <p:sp>
        <p:nvSpPr>
          <p:cNvPr id="8" name="Text 5"/>
          <p:cNvSpPr/>
          <p:nvPr/>
        </p:nvSpPr>
        <p:spPr>
          <a:xfrm>
            <a:off x="685800" y="1790675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A9BA3"/>
                </a:solidFill>
              </a:rPr>
              <a:t>Naik </a:t>
            </a:r>
            <a:r>
              <a:rPr lang="en-US" sz="900" dirty="0" err="1">
                <a:solidFill>
                  <a:srgbClr val="8A9BA3"/>
                </a:solidFill>
              </a:rPr>
              <a:t>dari</a:t>
            </a:r>
            <a:r>
              <a:rPr lang="en-US" sz="900" dirty="0">
                <a:solidFill>
                  <a:srgbClr val="8A9BA3"/>
                </a:solidFill>
              </a:rPr>
              <a:t> 7 Critical + 1 Warning pada August.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88920" y="941832"/>
            <a:ext cx="2103120" cy="1335293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926080" y="1051560"/>
            <a:ext cx="185318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r>
              <a:rPr lang="en-US" sz="2200" b="1">
                <a:solidFill>
                  <a:srgbClr val="2E9E5B"/>
                </a:solidFill>
              </a:rPr>
              <a:t>94,76% &gt; Juli (Healthier)</a:t>
            </a:r>
            <a:endParaRPr lang="en-US" sz="2200"/>
          </a:p>
        </p:txBody>
      </p:sp>
      <p:sp>
        <p:nvSpPr>
          <p:cNvPr id="11" name="Text 8"/>
          <p:cNvSpPr/>
          <p:nvPr/>
        </p:nvSpPr>
        <p:spPr>
          <a:xfrm>
            <a:off x="2926080" y="155383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62626"/>
                </a:solidFill>
              </a:rPr>
              <a:t>XLA Processed</a:t>
            </a:r>
            <a:endParaRPr lang="en-US" sz="1200"/>
          </a:p>
        </p:txBody>
      </p:sp>
      <p:sp>
        <p:nvSpPr>
          <p:cNvPr id="12" name="Text 9"/>
          <p:cNvSpPr/>
          <p:nvPr/>
        </p:nvSpPr>
        <p:spPr>
          <a:xfrm>
            <a:off x="2926080" y="1790675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A9BA3"/>
                </a:solidFill>
              </a:rPr>
              <a:t>Naik </a:t>
            </a:r>
            <a:r>
              <a:rPr lang="en-US" sz="900" dirty="0" err="1">
                <a:solidFill>
                  <a:srgbClr val="8A9BA3"/>
                </a:solidFill>
              </a:rPr>
              <a:t>dari</a:t>
            </a:r>
            <a:r>
              <a:rPr lang="en-US" sz="900" dirty="0">
                <a:solidFill>
                  <a:srgbClr val="8A9BA3"/>
                </a:solidFill>
              </a:rPr>
              <a:t> baseline success 98,68% pada August.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029200" y="941832"/>
            <a:ext cx="2103120" cy="1335293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166360" y="1051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r>
              <a:rPr lang="en-US" sz="2200" b="1">
                <a:solidFill>
                  <a:srgbClr val="2E9E5B"/>
                </a:solidFill>
              </a:rPr>
              <a:t>6 &lt; Juli (Healthier)</a:t>
            </a:r>
            <a:endParaRPr lang="en-US" sz="2200"/>
          </a:p>
        </p:txBody>
      </p:sp>
      <p:sp>
        <p:nvSpPr>
          <p:cNvPr id="15" name="Text 12"/>
          <p:cNvSpPr/>
          <p:nvPr/>
        </p:nvSpPr>
        <p:spPr>
          <a:xfrm>
            <a:off x="5166360" y="155383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62626"/>
                </a:solidFill>
              </a:rPr>
              <a:t>XLA Error</a:t>
            </a:r>
            <a:endParaRPr lang="en-US" sz="1200"/>
          </a:p>
        </p:txBody>
      </p:sp>
      <p:sp>
        <p:nvSpPr>
          <p:cNvPr id="16" name="Text 13"/>
          <p:cNvSpPr/>
          <p:nvPr/>
        </p:nvSpPr>
        <p:spPr>
          <a:xfrm>
            <a:off x="5166360" y="1790675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00">
                <a:solidFill>
                  <a:srgbClr val="8A9BA3"/>
                </a:solidFill>
              </a:rPr>
              <a:t>XLA event status </a:t>
            </a:r>
            <a:r>
              <a:rPr lang="en-US" sz="900" err="1">
                <a:solidFill>
                  <a:srgbClr val="8A9BA3"/>
                </a:solidFill>
              </a:rPr>
              <a:t>membaik</a:t>
            </a:r>
            <a:r>
              <a:rPr lang="en-US" sz="900">
                <a:solidFill>
                  <a:srgbClr val="8A9BA3"/>
                </a:solidFill>
              </a:rPr>
              <a:t> dari 232.394 error pada </a:t>
            </a:r>
            <a:r>
              <a:rPr lang="en-US" sz="900" err="1">
                <a:solidFill>
                  <a:srgbClr val="8A9BA3"/>
                </a:solidFill>
              </a:rPr>
              <a:t>bulan</a:t>
            </a:r>
            <a:r>
              <a:rPr lang="en-US" sz="900">
                <a:solidFill>
                  <a:srgbClr val="8A9BA3"/>
                </a:solidFill>
              </a:rPr>
              <a:t>  Juli </a:t>
            </a:r>
            <a:r>
              <a:rPr lang="en-US" sz="900" err="1">
                <a:solidFill>
                  <a:srgbClr val="8A9BA3"/>
                </a:solidFill>
              </a:rPr>
              <a:t>menjadi</a:t>
            </a:r>
            <a:r>
              <a:rPr lang="en-US" sz="900">
                <a:solidFill>
                  <a:srgbClr val="8A9BA3"/>
                </a:solidFill>
              </a:rPr>
              <a:t> 0.</a:t>
            </a:r>
            <a:endParaRPr lang="en-US" sz="900"/>
          </a:p>
        </p:txBody>
      </p:sp>
      <p:sp>
        <p:nvSpPr>
          <p:cNvPr id="17" name="Shape 14"/>
          <p:cNvSpPr/>
          <p:nvPr/>
        </p:nvSpPr>
        <p:spPr>
          <a:xfrm>
            <a:off x="7269480" y="941832"/>
            <a:ext cx="2103120" cy="1335293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406640" y="1272429"/>
            <a:ext cx="1828800" cy="26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600" b="1">
                <a:solidFill>
                  <a:schemeClr val="accent6">
                    <a:lumMod val="76000"/>
                  </a:schemeClr>
                </a:solidFill>
              </a:rPr>
              <a:t>1.034.245 &lt; Juli (Healthier)</a:t>
            </a:r>
            <a:endParaRPr lang="en-US" sz="1600">
              <a:solidFill>
                <a:schemeClr val="accent6">
                  <a:lumMod val="76000"/>
                </a:schemeClr>
              </a:solidFill>
              <a:cs typeface="Arial"/>
            </a:endParaRPr>
          </a:p>
          <a:p>
            <a:endParaRPr lang="en-US" sz="2000" b="1">
              <a:solidFill>
                <a:srgbClr val="EC5A22"/>
              </a:solidFill>
              <a:cs typeface="Arial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406640" y="155383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262626"/>
                </a:solidFill>
              </a:rPr>
              <a:t>XLA Unprocess</a:t>
            </a:r>
            <a:endParaRPr lang="en-US" err="1"/>
          </a:p>
        </p:txBody>
      </p:sp>
      <p:sp>
        <p:nvSpPr>
          <p:cNvPr id="20" name="Text 17"/>
          <p:cNvSpPr/>
          <p:nvPr/>
        </p:nvSpPr>
        <p:spPr>
          <a:xfrm>
            <a:off x="7406640" y="1790675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900">
                <a:solidFill>
                  <a:srgbClr val="8A9BA3"/>
                </a:solidFill>
              </a:rPr>
              <a:t>XLA Unprocessed peak Agustus; </a:t>
            </a:r>
            <a:r>
              <a:rPr lang="en-US" sz="900" err="1">
                <a:solidFill>
                  <a:srgbClr val="8A9BA3"/>
                </a:solidFill>
              </a:rPr>
              <a:t>lebih</a:t>
            </a:r>
            <a:r>
              <a:rPr lang="en-US" sz="900">
                <a:solidFill>
                  <a:srgbClr val="8A9BA3"/>
                </a:solidFill>
              </a:rPr>
              <a:t> </a:t>
            </a:r>
            <a:r>
              <a:rPr lang="en-US" sz="900" err="1">
                <a:solidFill>
                  <a:srgbClr val="8A9BA3"/>
                </a:solidFill>
              </a:rPr>
              <a:t>rendah</a:t>
            </a:r>
            <a:r>
              <a:rPr lang="en-US" sz="900">
                <a:solidFill>
                  <a:srgbClr val="8A9BA3"/>
                </a:solidFill>
              </a:rPr>
              <a:t> </a:t>
            </a:r>
            <a:r>
              <a:rPr lang="en-US" sz="900" err="1">
                <a:solidFill>
                  <a:srgbClr val="8A9BA3"/>
                </a:solidFill>
              </a:rPr>
              <a:t>dari</a:t>
            </a:r>
            <a:r>
              <a:rPr lang="en-US" sz="900">
                <a:solidFill>
                  <a:srgbClr val="8A9BA3"/>
                </a:solidFill>
              </a:rPr>
              <a:t> peak Juli </a:t>
            </a:r>
            <a:r>
              <a:rPr lang="en-US" sz="900" err="1">
                <a:solidFill>
                  <a:srgbClr val="8A9BA3"/>
                </a:solidFill>
              </a:rPr>
              <a:t>sebesar</a:t>
            </a:r>
            <a:r>
              <a:rPr lang="en-US" sz="900">
                <a:solidFill>
                  <a:srgbClr val="8A9BA3"/>
                </a:solidFill>
              </a:rPr>
              <a:t> 450.007 hits.</a:t>
            </a:r>
            <a:endParaRPr lang="en-US" sz="900">
              <a:solidFill>
                <a:srgbClr val="8A9BA3"/>
              </a:solidFill>
              <a:cs typeface="Arial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9509760" y="941832"/>
            <a:ext cx="2103120" cy="1335293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646920" y="1051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r>
              <a:rPr lang="en-US" sz="2200" b="1">
                <a:solidFill>
                  <a:srgbClr val="218393"/>
                </a:solidFill>
              </a:rPr>
              <a:t>+138% &gt; Juli (Increasing)</a:t>
            </a:r>
            <a:endParaRPr lang="en-US" sz="2200"/>
          </a:p>
        </p:txBody>
      </p:sp>
      <p:sp>
        <p:nvSpPr>
          <p:cNvPr id="23" name="Text 20"/>
          <p:cNvSpPr/>
          <p:nvPr/>
        </p:nvSpPr>
        <p:spPr>
          <a:xfrm>
            <a:off x="9646920" y="155383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62626"/>
                </a:solidFill>
              </a:rPr>
              <a:t>Create Accounting</a:t>
            </a:r>
            <a:endParaRPr lang="en-US" sz="1200"/>
          </a:p>
        </p:txBody>
      </p:sp>
      <p:sp>
        <p:nvSpPr>
          <p:cNvPr id="24" name="Text 21"/>
          <p:cNvSpPr/>
          <p:nvPr/>
        </p:nvSpPr>
        <p:spPr>
          <a:xfrm>
            <a:off x="9646920" y="1790675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>
                <a:solidFill>
                  <a:srgbClr val="8A9BA3"/>
                </a:solidFill>
              </a:rPr>
              <a:t>Volume naik 21.273 menjadi 50.697 hits </a:t>
            </a:r>
            <a:r>
              <a:rPr lang="en-US" sz="900" err="1">
                <a:solidFill>
                  <a:srgbClr val="8A9BA3"/>
                </a:solidFill>
              </a:rPr>
              <a:t>dibandingkan</a:t>
            </a:r>
            <a:r>
              <a:rPr lang="en-US" sz="900">
                <a:solidFill>
                  <a:srgbClr val="8A9BA3"/>
                </a:solidFill>
              </a:rPr>
              <a:t> </a:t>
            </a:r>
            <a:r>
              <a:rPr lang="en-US" sz="900" err="1">
                <a:solidFill>
                  <a:srgbClr val="8A9BA3"/>
                </a:solidFill>
              </a:rPr>
              <a:t>bulan</a:t>
            </a:r>
            <a:r>
              <a:rPr lang="en-US" sz="900">
                <a:solidFill>
                  <a:srgbClr val="8A9BA3"/>
                </a:solidFill>
              </a:rPr>
              <a:t> Juli </a:t>
            </a:r>
            <a:r>
              <a:rPr lang="en-US" sz="900" err="1">
                <a:solidFill>
                  <a:srgbClr val="8A9BA3"/>
                </a:solidFill>
              </a:rPr>
              <a:t>lalu</a:t>
            </a:r>
            <a:endParaRPr lang="en-US" sz="900"/>
          </a:p>
        </p:txBody>
      </p:sp>
      <p:sp>
        <p:nvSpPr>
          <p:cNvPr id="25" name="Shape 22"/>
          <p:cNvSpPr/>
          <p:nvPr/>
        </p:nvSpPr>
        <p:spPr>
          <a:xfrm>
            <a:off x="548640" y="2509580"/>
            <a:ext cx="11064240" cy="3558449"/>
          </a:xfrm>
          <a:prstGeom prst="roundRect">
            <a:avLst>
              <a:gd name="adj" fmla="val 1075"/>
            </a:avLst>
          </a:prstGeom>
          <a:solidFill>
            <a:srgbClr val="F3F7F8"/>
          </a:solidFill>
          <a:ln w="1270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27084" y="2792148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18393"/>
                </a:solidFill>
              </a:rPr>
              <a:t>Critical Findings yang </a:t>
            </a:r>
            <a:r>
              <a:rPr lang="en-US" sz="1800" b="1" err="1">
                <a:solidFill>
                  <a:srgbClr val="218393"/>
                </a:solidFill>
              </a:rPr>
              <a:t>membutuhkan</a:t>
            </a:r>
            <a:r>
              <a:rPr lang="en-US" sz="1800" b="1">
                <a:solidFill>
                  <a:srgbClr val="218393"/>
                </a:solidFill>
              </a:rPr>
              <a:t> </a:t>
            </a:r>
            <a:r>
              <a:rPr lang="en-US" sz="1800" b="1" err="1">
                <a:solidFill>
                  <a:srgbClr val="218393"/>
                </a:solidFill>
              </a:rPr>
              <a:t>perhatian</a:t>
            </a:r>
            <a:endParaRPr lang="en-US" sz="1800"/>
          </a:p>
        </p:txBody>
      </p:sp>
      <p:sp>
        <p:nvSpPr>
          <p:cNvPr id="27" name="Shape 24"/>
          <p:cNvSpPr/>
          <p:nvPr/>
        </p:nvSpPr>
        <p:spPr>
          <a:xfrm>
            <a:off x="822960" y="3726808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978408" y="3582057"/>
            <a:ext cx="6611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62626"/>
                </a:solidFill>
              </a:rPr>
              <a:t>Infrastructure memburuk: efsdbslp02 </a:t>
            </a:r>
            <a:r>
              <a:rPr lang="en-US" sz="1050" err="1">
                <a:solidFill>
                  <a:srgbClr val="262626"/>
                </a:solidFill>
              </a:rPr>
              <a:t>berubah</a:t>
            </a:r>
            <a:r>
              <a:rPr lang="en-US" sz="1050">
                <a:solidFill>
                  <a:srgbClr val="262626"/>
                </a:solidFill>
              </a:rPr>
              <a:t> </a:t>
            </a:r>
            <a:r>
              <a:rPr lang="en-US" sz="1050" err="1">
                <a:solidFill>
                  <a:srgbClr val="262626"/>
                </a:solidFill>
              </a:rPr>
              <a:t>dari</a:t>
            </a:r>
            <a:r>
              <a:rPr lang="en-US" sz="1050">
                <a:solidFill>
                  <a:srgbClr val="262626"/>
                </a:solidFill>
              </a:rPr>
              <a:t> Warning → Critical, sedangkan efsdbsdr01 bergeser dari disk issue menjadi CPU issue.</a:t>
            </a:r>
            <a:endParaRPr lang="en-US" sz="1050"/>
          </a:p>
        </p:txBody>
      </p:sp>
      <p:sp>
        <p:nvSpPr>
          <p:cNvPr id="29" name="Shape 26"/>
          <p:cNvSpPr/>
          <p:nvPr/>
        </p:nvSpPr>
        <p:spPr>
          <a:xfrm>
            <a:off x="822960" y="4250258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978408" y="4100677"/>
            <a:ext cx="6611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62626"/>
                </a:solidFill>
              </a:rPr>
              <a:t>Pipeline volume meningkat tajam. Journal Import membaik, </a:t>
            </a:r>
            <a:r>
              <a:rPr lang="en-US" sz="1050" err="1">
                <a:solidFill>
                  <a:srgbClr val="262626"/>
                </a:solidFill>
              </a:rPr>
              <a:t>tetapi</a:t>
            </a:r>
            <a:r>
              <a:rPr lang="en-US" sz="1050">
                <a:solidFill>
                  <a:srgbClr val="262626"/>
                </a:solidFill>
              </a:rPr>
              <a:t> </a:t>
            </a:r>
            <a:r>
              <a:rPr lang="en-US" sz="1050" err="1">
                <a:solidFill>
                  <a:srgbClr val="262626"/>
                </a:solidFill>
              </a:rPr>
              <a:t>untuk</a:t>
            </a:r>
            <a:r>
              <a:rPr lang="en-US" sz="1050">
                <a:solidFill>
                  <a:srgbClr val="262626"/>
                </a:solidFill>
              </a:rPr>
              <a:t> Job Accounting Program, FAH Process, dan Report Set mengalami kenaikan P99.</a:t>
            </a:r>
            <a:endParaRPr lang="en-US" sz="1050"/>
          </a:p>
        </p:txBody>
      </p:sp>
      <p:sp>
        <p:nvSpPr>
          <p:cNvPr id="31" name="Shape 28"/>
          <p:cNvSpPr/>
          <p:nvPr/>
        </p:nvSpPr>
        <p:spPr>
          <a:xfrm>
            <a:off x="822960" y="4792084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978408" y="4674592"/>
            <a:ext cx="6611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62626"/>
                </a:solidFill>
              </a:rPr>
              <a:t>XLA membaik secara kualitas: tidak ada error pada Agustus. Risiko tersisa adalah residual akhir bulan pada 23 dan 31 Agustus.</a:t>
            </a:r>
            <a:endParaRPr lang="en-US" sz="1050"/>
          </a:p>
        </p:txBody>
      </p:sp>
      <p:sp>
        <p:nvSpPr>
          <p:cNvPr id="35" name="Text 32"/>
          <p:cNvSpPr/>
          <p:nvPr/>
        </p:nvSpPr>
        <p:spPr>
          <a:xfrm>
            <a:off x="8458200" y="32604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8A9BA3"/>
                </a:solidFill>
              </a:rPr>
              <a:t>Overall Status</a:t>
            </a:r>
            <a:endParaRPr lang="en-US" sz="1100"/>
          </a:p>
        </p:txBody>
      </p:sp>
      <p:sp>
        <p:nvSpPr>
          <p:cNvPr id="36" name="Shape 33"/>
          <p:cNvSpPr/>
          <p:nvPr/>
        </p:nvSpPr>
        <p:spPr>
          <a:xfrm>
            <a:off x="8613648" y="3511387"/>
            <a:ext cx="2148840" cy="558435"/>
          </a:xfrm>
          <a:prstGeom prst="roundRect">
            <a:avLst>
              <a:gd name="adj" fmla="val 8333"/>
            </a:avLst>
          </a:prstGeom>
          <a:solidFill>
            <a:srgbClr val="D0342C"/>
          </a:solidFill>
          <a:ln w="12700">
            <a:solidFill>
              <a:srgbClr val="D034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8625840" y="368467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CRITICAL</a:t>
            </a:r>
            <a:endParaRPr lang="en-US" sz="1800"/>
          </a:p>
        </p:txBody>
      </p:sp>
      <p:sp>
        <p:nvSpPr>
          <p:cNvPr id="38" name="Text 35"/>
          <p:cNvSpPr/>
          <p:nvPr/>
        </p:nvSpPr>
        <p:spPr>
          <a:xfrm>
            <a:off x="8366760" y="4339815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18393"/>
                </a:solidFill>
              </a:rPr>
              <a:t>Primary drivers</a:t>
            </a:r>
            <a:endParaRPr lang="en-US" sz="1100"/>
          </a:p>
        </p:txBody>
      </p:sp>
      <p:sp>
        <p:nvSpPr>
          <p:cNvPr id="39" name="Text 36"/>
          <p:cNvSpPr/>
          <p:nvPr/>
        </p:nvSpPr>
        <p:spPr>
          <a:xfrm>
            <a:off x="8366760" y="4571104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62626"/>
                </a:solidFill>
              </a:rPr>
              <a:t>Recurring CPU saturation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262626"/>
                </a:solidFill>
              </a:rPr>
              <a:t>Pipeline latency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262626"/>
                </a:solidFill>
              </a:rPr>
              <a:t>Month-end residual</a:t>
            </a:r>
            <a:endParaRPr lang="en-US" sz="1100"/>
          </a:p>
        </p:txBody>
      </p:sp>
      <p:sp>
        <p:nvSpPr>
          <p:cNvPr id="40" name="Shape 37"/>
          <p:cNvSpPr/>
          <p:nvPr/>
        </p:nvSpPr>
        <p:spPr>
          <a:xfrm>
            <a:off x="438912" y="6419088"/>
            <a:ext cx="11292840" cy="0"/>
          </a:xfrm>
          <a:prstGeom prst="line">
            <a:avLst/>
          </a:prstGeom>
          <a:noFill/>
          <a:ln w="8890">
            <a:solidFill>
              <a:srgbClr val="D8E1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502920" y="6492240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A9BA3"/>
                </a:solidFill>
              </a:rPr>
              <a:t>EFS Monthly Health Report  |  Agustus 2026  |  Confidential</a:t>
            </a:r>
            <a:endParaRPr lang="en-US" sz="800"/>
          </a:p>
        </p:txBody>
      </p:sp>
      <p:sp>
        <p:nvSpPr>
          <p:cNvPr id="42" name="Text 39"/>
          <p:cNvSpPr/>
          <p:nvPr/>
        </p:nvSpPr>
        <p:spPr>
          <a:xfrm>
            <a:off x="1110996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18393"/>
                </a:solidFill>
              </a:rPr>
              <a:t>1</a:t>
            </a:r>
            <a:endParaRPr lang="en-US" sz="1000"/>
          </a:p>
        </p:txBody>
      </p:sp>
      <p:sp>
        <p:nvSpPr>
          <p:cNvPr id="44" name="Shape 30">
            <a:extLst>
              <a:ext uri="{FF2B5EF4-FFF2-40B4-BE49-F238E27FC236}">
                <a16:creationId xmlns:a16="http://schemas.microsoft.com/office/drawing/2014/main" id="{E069B225-ED1E-BBA5-C34D-BDC56CB5ECB1}"/>
              </a:ext>
            </a:extLst>
          </p:cNvPr>
          <p:cNvSpPr/>
          <p:nvPr/>
        </p:nvSpPr>
        <p:spPr>
          <a:xfrm>
            <a:off x="822960" y="5317145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1">
            <a:extLst>
              <a:ext uri="{FF2B5EF4-FFF2-40B4-BE49-F238E27FC236}">
                <a16:creationId xmlns:a16="http://schemas.microsoft.com/office/drawing/2014/main" id="{9C260194-624C-47DC-1FE8-7C7DA74CAD64}"/>
              </a:ext>
            </a:extLst>
          </p:cNvPr>
          <p:cNvSpPr/>
          <p:nvPr/>
        </p:nvSpPr>
        <p:spPr>
          <a:xfrm>
            <a:off x="978408" y="5291985"/>
            <a:ext cx="6611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50"/>
              <a:t>CPU saturation </a:t>
            </a:r>
            <a:r>
              <a:rPr lang="en-US" sz="1050" err="1"/>
              <a:t>berulang</a:t>
            </a:r>
            <a:r>
              <a:rPr lang="en-US" sz="1050"/>
              <a:t>: ebsintslp02 pada 6, 9, 11 Agustus; efsdbsdr01 pada 4, 6, 7, 27 Agustus; efsdbslp01 pada 18 </a:t>
            </a:r>
            <a:r>
              <a:rPr lang="en-US" sz="1050" err="1"/>
              <a:t>hari</a:t>
            </a:r>
            <a:r>
              <a:rPr lang="en-US" sz="1050"/>
              <a:t>; efsdbslp02 pada 11 </a:t>
            </a:r>
            <a:r>
              <a:rPr lang="en-US" sz="1050" err="1"/>
              <a:t>hari</a:t>
            </a:r>
            <a:r>
              <a:rPr lang="en-US" sz="1050"/>
              <a:t>. Peak CPU Load ebsintslp01 </a:t>
            </a:r>
            <a:r>
              <a:rPr lang="en-US" sz="1050" err="1"/>
              <a:t>terjadi</a:t>
            </a:r>
            <a:r>
              <a:rPr lang="en-US" sz="1050"/>
              <a:t> 30 Agustus, </a:t>
            </a:r>
            <a:r>
              <a:rPr lang="en-US" sz="1050" err="1"/>
              <a:t>dikarenakan</a:t>
            </a:r>
            <a:r>
              <a:rPr lang="en-US" sz="1050"/>
              <a:t> </a:t>
            </a:r>
            <a:r>
              <a:rPr lang="en-US" sz="1050" err="1"/>
              <a:t>terdapat</a:t>
            </a:r>
            <a:r>
              <a:rPr lang="en-US" sz="1050"/>
              <a:t> Job Gather Schema Statistic.</a:t>
            </a:r>
            <a:r>
              <a:rPr lang="en-AU" sz="1050"/>
              <a:t>​</a:t>
            </a:r>
            <a:endParaRPr lang="en-US" sz="1050"/>
          </a:p>
        </p:txBody>
      </p:sp>
      <p:pic>
        <p:nvPicPr>
          <p:cNvPr id="33" name="Picture 32" descr="Asset 1.png">
            <a:extLst>
              <a:ext uri="{FF2B5EF4-FFF2-40B4-BE49-F238E27FC236}">
                <a16:creationId xmlns:a16="http://schemas.microsoft.com/office/drawing/2014/main" id="{7076E7C6-2C15-1B9D-48DF-365CBB11CE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346" b="532"/>
          <a:stretch>
            <a:fillRect/>
          </a:stretch>
        </p:blipFill>
        <p:spPr>
          <a:xfrm>
            <a:off x="10366682" y="5681542"/>
            <a:ext cx="1825570" cy="117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606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46206-6C5A-9EC8-0DA5-3A971F977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E94B7E-AC40-73BF-71CA-E5E7D794D14F}"/>
              </a:ext>
            </a:extLst>
          </p:cNvPr>
          <p:cNvSpPr/>
          <p:nvPr/>
        </p:nvSpPr>
        <p:spPr>
          <a:xfrm>
            <a:off x="502920" y="274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C5A22"/>
                </a:solidFill>
              </a:rPr>
              <a:t>02</a:t>
            </a:r>
            <a:endParaRPr lang="en-US" sz="15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D7373C-2FEF-08FD-5C16-F70CB5981F25}"/>
              </a:ext>
            </a:extLst>
          </p:cNvPr>
          <p:cNvSpPr/>
          <p:nvPr/>
        </p:nvSpPr>
        <p:spPr>
          <a:xfrm>
            <a:off x="1005840" y="21945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200" b="1">
                <a:solidFill>
                  <a:srgbClr val="218393"/>
                </a:solidFill>
              </a:rPr>
              <a:t>Infrastructure Comparation: Juli vs Agustus 2026</a:t>
            </a:r>
            <a:endParaRPr lang="en-US" sz="2200"/>
          </a:p>
        </p:txBody>
      </p:sp>
      <p:pic>
        <p:nvPicPr>
          <p:cNvPr id="4" name="Image 0" descr="/mnt/data/final5_work/tpl/ppt/media/image2.png">
            <a:extLst>
              <a:ext uri="{FF2B5EF4-FFF2-40B4-BE49-F238E27FC236}">
                <a16:creationId xmlns:a16="http://schemas.microsoft.com/office/drawing/2014/main" id="{6722D74B-5073-6F53-2D41-A45211635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06502"/>
            <a:ext cx="1280160" cy="336804"/>
          </a:xfrm>
          <a:prstGeom prst="rect">
            <a:avLst/>
          </a:prstGeom>
        </p:spPr>
      </p:pic>
      <p:pic>
        <p:nvPicPr>
          <p:cNvPr id="5" name="Image 1" descr="/mnt/data/final5_work/infra_compare.png">
            <a:extLst>
              <a:ext uri="{FF2B5EF4-FFF2-40B4-BE49-F238E27FC236}">
                <a16:creationId xmlns:a16="http://schemas.microsoft.com/office/drawing/2014/main" id="{A64DD93F-0CED-D24A-5AC0-47084CA9E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932688"/>
            <a:ext cx="6629400" cy="2322778"/>
          </a:xfrm>
          <a:prstGeom prst="rect">
            <a:avLst/>
          </a:prstGeom>
        </p:spPr>
      </p:pic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44EC3C7F-CF03-82E9-A126-7C031BE7DA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755123"/>
              </p:ext>
            </p:extLst>
          </p:nvPr>
        </p:nvGraphicFramePr>
        <p:xfrm>
          <a:off x="7270803" y="860801"/>
          <a:ext cx="4389120" cy="3504284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0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</a:t>
                      </a:r>
                      <a:endParaRPr lang="en-US" sz="1000" b="1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Juli</a:t>
                      </a:r>
                      <a:endParaRPr lang="en-US" sz="1000" b="1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Agustus</a:t>
                      </a:r>
                      <a:endParaRPr lang="en-US" sz="1000" b="1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CPU</a:t>
                      </a:r>
                      <a:endParaRPr lang="en-US" sz="1000" b="1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 / Finding Agustus</a:t>
                      </a:r>
                      <a:endParaRPr lang="en-US" sz="1000" b="1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ebsintslp01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+6,69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98,94% | 30 Jul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ebsintslp02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+7,00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| 9 Jul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efsdbsdr01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Critical*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+47,31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99,31% | 4 Jul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efsdbslp01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+2,44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95,44% | 13 Jul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6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efsdbslp02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Warning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+31,52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94,62% | 30 Jul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61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en-US" sz="1000">
                        <a:solidFill>
                          <a:srgbClr val="262626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en-US" sz="1000">
                        <a:solidFill>
                          <a:srgbClr val="262626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en-US" sz="1000">
                        <a:solidFill>
                          <a:srgbClr val="262626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en-US" sz="1000">
                        <a:solidFill>
                          <a:srgbClr val="262626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en-US" sz="1000">
                        <a:solidFill>
                          <a:srgbClr val="262626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521548"/>
                  </a:ext>
                </a:extLst>
              </a:tr>
            </a:tbl>
          </a:graphicData>
        </a:graphic>
      </p:graphicFrame>
      <p:sp>
        <p:nvSpPr>
          <p:cNvPr id="7" name="Shape 2">
            <a:extLst>
              <a:ext uri="{FF2B5EF4-FFF2-40B4-BE49-F238E27FC236}">
                <a16:creationId xmlns:a16="http://schemas.microsoft.com/office/drawing/2014/main" id="{CA8DFCF1-6F26-9E23-AE4F-8497FF2DA245}"/>
              </a:ext>
            </a:extLst>
          </p:cNvPr>
          <p:cNvSpPr/>
          <p:nvPr/>
        </p:nvSpPr>
        <p:spPr>
          <a:xfrm>
            <a:off x="502920" y="3813049"/>
            <a:ext cx="11109960" cy="1578460"/>
          </a:xfrm>
          <a:prstGeom prst="roundRect">
            <a:avLst>
              <a:gd name="adj" fmla="val 2581"/>
            </a:avLst>
          </a:prstGeom>
          <a:solidFill>
            <a:srgbClr val="F3F7F8"/>
          </a:solidFill>
          <a:ln w="12700">
            <a:solidFill>
              <a:srgbClr val="DCE6E9"/>
            </a:solidFill>
            <a:prstDash val="solid"/>
          </a:ln>
        </p:spPr>
        <p:txBody>
          <a:bodyPr/>
          <a:p/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37EB7031-51ED-BAB3-0A4D-588FDEF395A3}"/>
              </a:ext>
            </a:extLst>
          </p:cNvPr>
          <p:cNvSpPr/>
          <p:nvPr/>
        </p:nvSpPr>
        <p:spPr>
          <a:xfrm>
            <a:off x="982980" y="4066414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786E909F-ABC9-659A-2890-06F6B7B44775}"/>
              </a:ext>
            </a:extLst>
          </p:cNvPr>
          <p:cNvSpPr/>
          <p:nvPr/>
        </p:nvSpPr>
        <p:spPr>
          <a:xfrm>
            <a:off x="1138428" y="3891758"/>
            <a:ext cx="9971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62626"/>
                </a:solidFill>
              </a:rPr>
              <a:t>Monitoring </a:t>
            </a:r>
            <a:r>
              <a:rPr lang="en-US" sz="1050" err="1">
                <a:solidFill>
                  <a:srgbClr val="262626"/>
                </a:solidFill>
              </a:rPr>
              <a:t>menunjukan</a:t>
            </a:r>
            <a:r>
              <a:rPr lang="en-US" sz="1050">
                <a:solidFill>
                  <a:srgbClr val="262626"/>
                </a:solidFill>
              </a:rPr>
              <a:t> efsdbsdr01: disk membaik 82,25% → 68,09%, </a:t>
            </a:r>
            <a:r>
              <a:rPr lang="en-US" sz="1050" err="1">
                <a:solidFill>
                  <a:srgbClr val="262626"/>
                </a:solidFill>
              </a:rPr>
              <a:t>tetapi</a:t>
            </a:r>
            <a:r>
              <a:rPr lang="en-US" sz="1050">
                <a:solidFill>
                  <a:srgbClr val="262626"/>
                </a:solidFill>
              </a:rPr>
              <a:t> MAX CPU naik 52,00% </a:t>
            </a:r>
            <a:r>
              <a:rPr lang="en-US" sz="1050" err="1">
                <a:solidFill>
                  <a:srgbClr val="262626"/>
                </a:solidFill>
              </a:rPr>
              <a:t>menjadi</a:t>
            </a:r>
            <a:r>
              <a:rPr lang="en-US" sz="1050">
                <a:solidFill>
                  <a:srgbClr val="262626"/>
                </a:solidFill>
              </a:rPr>
              <a:t> 99,31% pada </a:t>
            </a:r>
            <a:r>
              <a:rPr lang="en-US" sz="1050" err="1">
                <a:solidFill>
                  <a:srgbClr val="262626"/>
                </a:solidFill>
              </a:rPr>
              <a:t>tanggal</a:t>
            </a:r>
            <a:r>
              <a:rPr lang="en-US" sz="1050">
                <a:solidFill>
                  <a:srgbClr val="262626"/>
                </a:solidFill>
              </a:rPr>
              <a:t> 4 Agustus </a:t>
            </a:r>
            <a:r>
              <a:rPr lang="en-US" sz="1050" err="1">
                <a:solidFill>
                  <a:srgbClr val="262626"/>
                </a:solidFill>
              </a:rPr>
              <a:t>menyentuh</a:t>
            </a:r>
            <a:r>
              <a:rPr lang="en-US" sz="1050">
                <a:solidFill>
                  <a:srgbClr val="262626"/>
                </a:solidFill>
              </a:rPr>
              <a:t> Critical threshold</a:t>
            </a:r>
            <a:endParaRPr lang="en-US" sz="105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1AE90ED5-D893-08A2-1398-AEBA578CD891}"/>
              </a:ext>
            </a:extLst>
          </p:cNvPr>
          <p:cNvSpPr/>
          <p:nvPr/>
        </p:nvSpPr>
        <p:spPr>
          <a:xfrm>
            <a:off x="982980" y="4521709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B7193B54-6990-0746-D713-749F0E35EDE3}"/>
              </a:ext>
            </a:extLst>
          </p:cNvPr>
          <p:cNvSpPr/>
          <p:nvPr/>
        </p:nvSpPr>
        <p:spPr>
          <a:xfrm>
            <a:off x="1138431" y="4370460"/>
            <a:ext cx="99715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62626"/>
                </a:solidFill>
              </a:rPr>
              <a:t>Memory seluruh host tetap &lt;70%, sehingga bukan bottleneck utama.</a:t>
            </a:r>
            <a:endParaRPr lang="en-US" sz="105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CDFAAB60-BF83-405A-08C4-97A2D28FADDF}"/>
              </a:ext>
            </a:extLst>
          </p:cNvPr>
          <p:cNvSpPr/>
          <p:nvPr/>
        </p:nvSpPr>
        <p:spPr>
          <a:xfrm>
            <a:off x="982980" y="4914901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B0641C14-76B0-0C2E-FB84-207EB41DC7F6}"/>
              </a:ext>
            </a:extLst>
          </p:cNvPr>
          <p:cNvSpPr/>
          <p:nvPr/>
        </p:nvSpPr>
        <p:spPr>
          <a:xfrm>
            <a:off x="1138430" y="4873751"/>
            <a:ext cx="99715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62626"/>
                </a:solidFill>
              </a:rPr>
              <a:t>Server efsdbslp02 </a:t>
            </a:r>
            <a:r>
              <a:rPr lang="en-US" sz="1050" err="1">
                <a:solidFill>
                  <a:srgbClr val="262626"/>
                </a:solidFill>
              </a:rPr>
              <a:t>mengalami</a:t>
            </a:r>
            <a:r>
              <a:rPr lang="en-US" sz="1050">
                <a:solidFill>
                  <a:srgbClr val="262626"/>
                </a:solidFill>
              </a:rPr>
              <a:t> </a:t>
            </a:r>
            <a:r>
              <a:rPr lang="en-US" sz="1050" err="1">
                <a:solidFill>
                  <a:srgbClr val="262626"/>
                </a:solidFill>
              </a:rPr>
              <a:t>kenaikan</a:t>
            </a:r>
            <a:r>
              <a:rPr lang="en-US" sz="1050">
                <a:solidFill>
                  <a:srgbClr val="262626"/>
                </a:solidFill>
              </a:rPr>
              <a:t> CPU, Dimana pada </a:t>
            </a:r>
            <a:r>
              <a:rPr lang="en-US" sz="1050" err="1">
                <a:solidFill>
                  <a:srgbClr val="262626"/>
                </a:solidFill>
              </a:rPr>
              <a:t>bulan</a:t>
            </a:r>
            <a:r>
              <a:rPr lang="en-US" sz="1050">
                <a:solidFill>
                  <a:srgbClr val="262626"/>
                </a:solidFill>
              </a:rPr>
              <a:t> Juli </a:t>
            </a:r>
            <a:r>
              <a:rPr lang="en-US" sz="1050" err="1">
                <a:solidFill>
                  <a:srgbClr val="262626"/>
                </a:solidFill>
              </a:rPr>
              <a:t>berstatus</a:t>
            </a:r>
            <a:r>
              <a:rPr lang="en-US" sz="1050">
                <a:solidFill>
                  <a:srgbClr val="262626"/>
                </a:solidFill>
              </a:rPr>
              <a:t> Warning </a:t>
            </a:r>
            <a:r>
              <a:rPr lang="en-US" sz="1050" err="1">
                <a:solidFill>
                  <a:srgbClr val="262626"/>
                </a:solidFill>
              </a:rPr>
              <a:t>dimana</a:t>
            </a:r>
            <a:r>
              <a:rPr lang="en-US" sz="1050">
                <a:solidFill>
                  <a:srgbClr val="262626"/>
                </a:solidFill>
              </a:rPr>
              <a:t> max CPU </a:t>
            </a:r>
            <a:r>
              <a:rPr lang="en-US" sz="1050" err="1">
                <a:solidFill>
                  <a:srgbClr val="262626"/>
                </a:solidFill>
              </a:rPr>
              <a:t>berada</a:t>
            </a:r>
            <a:r>
              <a:rPr lang="en-US" sz="1050">
                <a:solidFill>
                  <a:srgbClr val="262626"/>
                </a:solidFill>
              </a:rPr>
              <a:t> di 63,1% </a:t>
            </a:r>
            <a:r>
              <a:rPr lang="en-US" sz="1050" err="1">
                <a:solidFill>
                  <a:srgbClr val="262626"/>
                </a:solidFill>
              </a:rPr>
              <a:t>namun</a:t>
            </a:r>
            <a:r>
              <a:rPr lang="en-US" sz="1050">
                <a:solidFill>
                  <a:srgbClr val="262626"/>
                </a:solidFill>
              </a:rPr>
              <a:t> pada </a:t>
            </a:r>
            <a:r>
              <a:rPr lang="en-US" sz="1050" err="1">
                <a:solidFill>
                  <a:srgbClr val="262626"/>
                </a:solidFill>
              </a:rPr>
              <a:t>bulan</a:t>
            </a:r>
            <a:r>
              <a:rPr lang="en-US" sz="1050">
                <a:solidFill>
                  <a:srgbClr val="262626"/>
                </a:solidFill>
              </a:rPr>
              <a:t> Agustus max CPU </a:t>
            </a:r>
            <a:r>
              <a:rPr lang="en-US" sz="1050" err="1">
                <a:solidFill>
                  <a:srgbClr val="262626"/>
                </a:solidFill>
              </a:rPr>
              <a:t>mencapai</a:t>
            </a:r>
            <a:r>
              <a:rPr lang="en-US" sz="1050">
                <a:solidFill>
                  <a:srgbClr val="262626"/>
                </a:solidFill>
              </a:rPr>
              <a:t> </a:t>
            </a:r>
            <a:r>
              <a:rPr lang="en-US" sz="1050" err="1">
                <a:solidFill>
                  <a:srgbClr val="262626"/>
                </a:solidFill>
              </a:rPr>
              <a:t>angka</a:t>
            </a:r>
            <a:r>
              <a:rPr lang="en-US" sz="1050">
                <a:solidFill>
                  <a:srgbClr val="262626"/>
                </a:solidFill>
              </a:rPr>
              <a:t> Critical </a:t>
            </a:r>
            <a:r>
              <a:rPr lang="en-US" sz="1050" err="1">
                <a:solidFill>
                  <a:srgbClr val="262626"/>
                </a:solidFill>
              </a:rPr>
              <a:t>yaitu</a:t>
            </a:r>
            <a:r>
              <a:rPr lang="en-US" sz="1050">
                <a:solidFill>
                  <a:srgbClr val="262626"/>
                </a:solidFill>
              </a:rPr>
              <a:t> 94,62% pada </a:t>
            </a:r>
            <a:r>
              <a:rPr lang="en-US" sz="1050" err="1">
                <a:solidFill>
                  <a:srgbClr val="262626"/>
                </a:solidFill>
              </a:rPr>
              <a:t>tanggal</a:t>
            </a:r>
            <a:r>
              <a:rPr lang="en-US" sz="1050">
                <a:solidFill>
                  <a:srgbClr val="262626"/>
                </a:solidFill>
              </a:rPr>
              <a:t> 30 Agustus</a:t>
            </a:r>
            <a:endParaRPr lang="en-US" sz="105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C778026E-22BC-5E2F-7614-EF83125074C8}"/>
              </a:ext>
            </a:extLst>
          </p:cNvPr>
          <p:cNvSpPr/>
          <p:nvPr/>
        </p:nvSpPr>
        <p:spPr>
          <a:xfrm>
            <a:off x="731520" y="560564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8A9BA3"/>
                </a:solidFill>
              </a:rPr>
              <a:t>* Juli: efsdbsdr01 Critical karena disk; Agustus: Critical karena CPU.</a:t>
            </a:r>
            <a:endParaRPr lang="en-US" sz="95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96BD25F6-C348-127F-E74A-4CACE3366B3A}"/>
              </a:ext>
            </a:extLst>
          </p:cNvPr>
          <p:cNvSpPr/>
          <p:nvPr/>
        </p:nvSpPr>
        <p:spPr>
          <a:xfrm>
            <a:off x="701040" y="5948173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D0342C"/>
                </a:solidFill>
              </a:rPr>
              <a:t>Verdict: Degraded. Jumlah host Critical meningkat dan CPU spike meluas ke database tier.</a:t>
            </a:r>
            <a:endParaRPr lang="en-US" sz="130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79A635CA-9AF1-79C6-89AE-BD989F46B331}"/>
              </a:ext>
            </a:extLst>
          </p:cNvPr>
          <p:cNvSpPr/>
          <p:nvPr/>
        </p:nvSpPr>
        <p:spPr>
          <a:xfrm>
            <a:off x="438912" y="6419088"/>
            <a:ext cx="11292840" cy="0"/>
          </a:xfrm>
          <a:prstGeom prst="line">
            <a:avLst/>
          </a:prstGeom>
          <a:noFill/>
          <a:ln w="8890">
            <a:solidFill>
              <a:srgbClr val="D8E1E5"/>
            </a:solidFill>
            <a:prstDash val="solid"/>
          </a:ln>
        </p:spPr>
        <p:txBody>
          <a:bodyPr/>
          <a:p/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6A1BE966-6095-1CB3-90F2-55E612806B08}"/>
              </a:ext>
            </a:extLst>
          </p:cNvPr>
          <p:cNvSpPr/>
          <p:nvPr/>
        </p:nvSpPr>
        <p:spPr>
          <a:xfrm>
            <a:off x="502920" y="6492240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A9BA3"/>
                </a:solidFill>
              </a:rPr>
              <a:t>EFS Monthly Health Report  |  Agustus 2026  |  Confidential</a:t>
            </a:r>
            <a:endParaRPr lang="en-US" sz="80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0AB61BA4-60E7-EDDC-CD71-797BD80859AA}"/>
              </a:ext>
            </a:extLst>
          </p:cNvPr>
          <p:cNvSpPr/>
          <p:nvPr/>
        </p:nvSpPr>
        <p:spPr>
          <a:xfrm>
            <a:off x="1110996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18393"/>
                </a:solidFill>
              </a:rPr>
              <a:t>2</a:t>
            </a:r>
            <a:endParaRPr lang="en-US" sz="1000"/>
          </a:p>
        </p:txBody>
      </p:sp>
      <p:pic>
        <p:nvPicPr>
          <p:cNvPr id="21" name="Picture 20" descr="Asset 1.png">
            <a:extLst>
              <a:ext uri="{FF2B5EF4-FFF2-40B4-BE49-F238E27FC236}">
                <a16:creationId xmlns:a16="http://schemas.microsoft.com/office/drawing/2014/main" id="{D03A9326-F01C-03EC-EBEB-AA148533E8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346" b="532"/>
          <a:stretch>
            <a:fillRect/>
          </a:stretch>
        </p:blipFill>
        <p:spPr>
          <a:xfrm>
            <a:off x="10367963" y="5685282"/>
            <a:ext cx="1825570" cy="117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404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F9434-CBAB-8C56-5E13-63AE78A3F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74BC38-DF14-4DE4-A396-0638451419F7}"/>
              </a:ext>
            </a:extLst>
          </p:cNvPr>
          <p:cNvSpPr/>
          <p:nvPr/>
        </p:nvSpPr>
        <p:spPr>
          <a:xfrm>
            <a:off x="502920" y="274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C5A22"/>
                </a:solidFill>
              </a:rPr>
              <a:t>02</a:t>
            </a:r>
            <a:endParaRPr lang="en-US" sz="15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8E56F6-B3DF-8D74-82EA-19C8596AF9C8}"/>
              </a:ext>
            </a:extLst>
          </p:cNvPr>
          <p:cNvSpPr/>
          <p:nvPr/>
        </p:nvSpPr>
        <p:spPr>
          <a:xfrm>
            <a:off x="1005840" y="21945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200" b="1">
                <a:solidFill>
                  <a:srgbClr val="218393"/>
                </a:solidFill>
              </a:rPr>
              <a:t>Infrastructure Detail</a:t>
            </a:r>
            <a:endParaRPr lang="en-US" sz="2200"/>
          </a:p>
        </p:txBody>
      </p:sp>
      <p:pic>
        <p:nvPicPr>
          <p:cNvPr id="4" name="Image 0" descr="/mnt/data/final5_work/tpl/ppt/media/image2.png">
            <a:extLst>
              <a:ext uri="{FF2B5EF4-FFF2-40B4-BE49-F238E27FC236}">
                <a16:creationId xmlns:a16="http://schemas.microsoft.com/office/drawing/2014/main" id="{3281A5FB-2641-A031-258E-43F9980F9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06502"/>
            <a:ext cx="1280160" cy="336804"/>
          </a:xfrm>
          <a:prstGeom prst="rect">
            <a:avLst/>
          </a:prstGeom>
        </p:spPr>
      </p:pic>
      <p:sp>
        <p:nvSpPr>
          <p:cNvPr id="16" name="Shape 11">
            <a:extLst>
              <a:ext uri="{FF2B5EF4-FFF2-40B4-BE49-F238E27FC236}">
                <a16:creationId xmlns:a16="http://schemas.microsoft.com/office/drawing/2014/main" id="{9EE915AA-8BBA-187C-9CB5-177BF16DF1D2}"/>
              </a:ext>
            </a:extLst>
          </p:cNvPr>
          <p:cNvSpPr/>
          <p:nvPr/>
        </p:nvSpPr>
        <p:spPr>
          <a:xfrm>
            <a:off x="438912" y="6419088"/>
            <a:ext cx="11292840" cy="0"/>
          </a:xfrm>
          <a:prstGeom prst="line">
            <a:avLst/>
          </a:prstGeom>
          <a:noFill/>
          <a:ln w="8890">
            <a:solidFill>
              <a:srgbClr val="D8E1E5"/>
            </a:solidFill>
            <a:prstDash val="solid"/>
          </a:ln>
        </p:spPr>
        <p:txBody>
          <a:bodyPr/>
          <a:p/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F4ECF2FE-FEEF-C347-0473-D853E4DC00BD}"/>
              </a:ext>
            </a:extLst>
          </p:cNvPr>
          <p:cNvSpPr/>
          <p:nvPr/>
        </p:nvSpPr>
        <p:spPr>
          <a:xfrm>
            <a:off x="502920" y="6492240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A9BA3"/>
                </a:solidFill>
              </a:rPr>
              <a:t>EFS Monthly Health Report  |  Agustus 2026  |  Confidential</a:t>
            </a:r>
            <a:endParaRPr lang="en-US" sz="80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F5E6144B-DF6B-6063-15A4-000A427E22F6}"/>
              </a:ext>
            </a:extLst>
          </p:cNvPr>
          <p:cNvSpPr/>
          <p:nvPr/>
        </p:nvSpPr>
        <p:spPr>
          <a:xfrm>
            <a:off x="1110996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18393"/>
                </a:solidFill>
              </a:rPr>
              <a:t>2</a:t>
            </a:r>
            <a:endParaRPr lang="en-US" sz="1000"/>
          </a:p>
        </p:txBody>
      </p:sp>
      <p:pic>
        <p:nvPicPr>
          <p:cNvPr id="21" name="Picture 20" descr="Asset 1.png">
            <a:extLst>
              <a:ext uri="{FF2B5EF4-FFF2-40B4-BE49-F238E27FC236}">
                <a16:creationId xmlns:a16="http://schemas.microsoft.com/office/drawing/2014/main" id="{4C85A07B-9DD0-8644-6DAE-A6DA4D0FA8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346" b="532"/>
          <a:stretch>
            <a:fillRect/>
          </a:stretch>
        </p:blipFill>
        <p:spPr>
          <a:xfrm>
            <a:off x="10367963" y="5685282"/>
            <a:ext cx="1825570" cy="117481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873495-A425-40E9-1526-799964AF1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529935"/>
              </p:ext>
            </p:extLst>
          </p:nvPr>
        </p:nvGraphicFramePr>
        <p:xfrm>
          <a:off x="525517" y="1708982"/>
          <a:ext cx="11117712" cy="417508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4012070619"/>
                    </a:ext>
                  </a:extLst>
                </a:gridCol>
                <a:gridCol w="709952">
                  <a:extLst>
                    <a:ext uri="{9D8B030D-6E8A-4147-A177-3AD203B41FA5}">
                      <a16:colId xmlns:a16="http://schemas.microsoft.com/office/drawing/2014/main" val="4019518998"/>
                    </a:ext>
                  </a:extLst>
                </a:gridCol>
                <a:gridCol w="926476">
                  <a:extLst>
                    <a:ext uri="{9D8B030D-6E8A-4147-A177-3AD203B41FA5}">
                      <a16:colId xmlns:a16="http://schemas.microsoft.com/office/drawing/2014/main" val="1285729432"/>
                    </a:ext>
                  </a:extLst>
                </a:gridCol>
                <a:gridCol w="926476">
                  <a:extLst>
                    <a:ext uri="{9D8B030D-6E8A-4147-A177-3AD203B41FA5}">
                      <a16:colId xmlns:a16="http://schemas.microsoft.com/office/drawing/2014/main" val="4015203276"/>
                    </a:ext>
                  </a:extLst>
                </a:gridCol>
                <a:gridCol w="926476">
                  <a:extLst>
                    <a:ext uri="{9D8B030D-6E8A-4147-A177-3AD203B41FA5}">
                      <a16:colId xmlns:a16="http://schemas.microsoft.com/office/drawing/2014/main" val="1484632098"/>
                    </a:ext>
                  </a:extLst>
                </a:gridCol>
                <a:gridCol w="926476">
                  <a:extLst>
                    <a:ext uri="{9D8B030D-6E8A-4147-A177-3AD203B41FA5}">
                      <a16:colId xmlns:a16="http://schemas.microsoft.com/office/drawing/2014/main" val="1876255395"/>
                    </a:ext>
                  </a:extLst>
                </a:gridCol>
                <a:gridCol w="926476">
                  <a:extLst>
                    <a:ext uri="{9D8B030D-6E8A-4147-A177-3AD203B41FA5}">
                      <a16:colId xmlns:a16="http://schemas.microsoft.com/office/drawing/2014/main" val="3191813587"/>
                    </a:ext>
                  </a:extLst>
                </a:gridCol>
                <a:gridCol w="926476">
                  <a:extLst>
                    <a:ext uri="{9D8B030D-6E8A-4147-A177-3AD203B41FA5}">
                      <a16:colId xmlns:a16="http://schemas.microsoft.com/office/drawing/2014/main" val="2548954834"/>
                    </a:ext>
                  </a:extLst>
                </a:gridCol>
                <a:gridCol w="926476">
                  <a:extLst>
                    <a:ext uri="{9D8B030D-6E8A-4147-A177-3AD203B41FA5}">
                      <a16:colId xmlns:a16="http://schemas.microsoft.com/office/drawing/2014/main" val="3048366705"/>
                    </a:ext>
                  </a:extLst>
                </a:gridCol>
                <a:gridCol w="926476">
                  <a:extLst>
                    <a:ext uri="{9D8B030D-6E8A-4147-A177-3AD203B41FA5}">
                      <a16:colId xmlns:a16="http://schemas.microsoft.com/office/drawing/2014/main" val="3672584268"/>
                    </a:ext>
                  </a:extLst>
                </a:gridCol>
                <a:gridCol w="926476">
                  <a:extLst>
                    <a:ext uri="{9D8B030D-6E8A-4147-A177-3AD203B41FA5}">
                      <a16:colId xmlns:a16="http://schemas.microsoft.com/office/drawing/2014/main" val="1618839341"/>
                    </a:ext>
                  </a:extLst>
                </a:gridCol>
                <a:gridCol w="926476">
                  <a:extLst>
                    <a:ext uri="{9D8B030D-6E8A-4147-A177-3AD203B41FA5}">
                      <a16:colId xmlns:a16="http://schemas.microsoft.com/office/drawing/2014/main" val="2214897450"/>
                    </a:ext>
                  </a:extLst>
                </a:gridCol>
              </a:tblGrid>
              <a:tr h="4638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Host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1F7C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Peran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1F7C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CPU Avg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1F7C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CPU Max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1F7C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CPU Min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1F7C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Memory 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Avg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1F7C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Memory 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Max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1F7C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Memory 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Min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1F7C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Disk Avg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1F7C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Disk Max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1F7C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Disk Min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1F7C8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</a:rPr>
                        <a:t>Status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2183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001052"/>
                  </a:ext>
                </a:extLst>
              </a:tr>
              <a:tr h="4638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ebsintsdr01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DR App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2,86%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29,35%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1,20%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7,91%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23,87%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6,90%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20,84%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23,26%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16,75%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Healthy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69562"/>
                  </a:ext>
                </a:extLst>
              </a:tr>
              <a:tr h="4638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ebsintsdr02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DR App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2,66%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40,36%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1,77%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8,07%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20,22%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6,81%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12,17%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15,50%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0,00%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Healthy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19192"/>
                  </a:ext>
                </a:extLst>
              </a:tr>
              <a:tr h="4638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ebsintslp01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DC App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17,84%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effectLst/>
                        </a:rPr>
                        <a:t>98,94%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3,58%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46,95%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58,36%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30,62%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20,73%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27,13%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17,64%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Critical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217513"/>
                  </a:ext>
                </a:extLst>
              </a:tr>
              <a:tr h="4638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ebsintslp02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DC App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15,04%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effectLst/>
                        </a:rPr>
                        <a:t>100,00%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4,10%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41,64%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52,79%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24,76%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10,01%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14,96%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0,00%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Critical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495976"/>
                  </a:ext>
                </a:extLst>
              </a:tr>
              <a:tr h="4638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efsdbsdr01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DR DB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39,23%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effectLst/>
                        </a:rPr>
                        <a:t>99,31%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1,48%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55,56%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63,89%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13,92%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66,76%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68,09%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65,02%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Critical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506641"/>
                  </a:ext>
                </a:extLst>
              </a:tr>
              <a:tr h="4638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efsdbsdr02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DR DB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8,23%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55,86%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1,52%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48,83%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51,16%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17,20%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46,72%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47,86%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45,28%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Healthy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350916"/>
                  </a:ext>
                </a:extLst>
              </a:tr>
              <a:tr h="4638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efsdbslp01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DC DB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39,35%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effectLst/>
                        </a:rPr>
                        <a:t>95,44%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0,00%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51,44%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60,88%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0,00%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60,64%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73,49%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0,00%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Critical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708697"/>
                  </a:ext>
                </a:extLst>
              </a:tr>
              <a:tr h="4638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efsdbslp02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DC DB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39,28%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effectLst/>
                        </a:rPr>
                        <a:t>94,62%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0,00%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51,72%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62,33%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0,00%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58,84%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59,36%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0,00%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effectLst/>
                        </a:rPr>
                        <a:t>Critical </a:t>
                      </a:r>
                    </a:p>
                  </a:txBody>
                  <a:tcPr marL="0" marR="0" marT="0" marB="0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549365"/>
                  </a:ext>
                </a:extLst>
              </a:tr>
            </a:tbl>
          </a:graphicData>
        </a:graphic>
      </p:graphicFrame>
      <p:sp>
        <p:nvSpPr>
          <p:cNvPr id="270" name="Text 2">
            <a:extLst>
              <a:ext uri="{FF2B5EF4-FFF2-40B4-BE49-F238E27FC236}">
                <a16:creationId xmlns:a16="http://schemas.microsoft.com/office/drawing/2014/main" id="{71646A29-52EF-BEBB-7707-96F18BD2AE96}"/>
              </a:ext>
            </a:extLst>
          </p:cNvPr>
          <p:cNvSpPr/>
          <p:nvPr/>
        </p:nvSpPr>
        <p:spPr>
          <a:xfrm>
            <a:off x="656382" y="743308"/>
            <a:ext cx="735160" cy="1397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50" b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(Max)</a:t>
            </a:r>
            <a:endParaRPr lang="en-US" sz="1050"/>
          </a:p>
        </p:txBody>
      </p:sp>
      <p:sp>
        <p:nvSpPr>
          <p:cNvPr id="272" name="Text 3">
            <a:extLst>
              <a:ext uri="{FF2B5EF4-FFF2-40B4-BE49-F238E27FC236}">
                <a16:creationId xmlns:a16="http://schemas.microsoft.com/office/drawing/2014/main" id="{19EF695F-06FC-D119-E12F-E5F17F4E5B5C}"/>
              </a:ext>
            </a:extLst>
          </p:cNvPr>
          <p:cNvSpPr/>
          <p:nvPr/>
        </p:nvSpPr>
        <p:spPr>
          <a:xfrm>
            <a:off x="1391542" y="743308"/>
            <a:ext cx="2574121" cy="1397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50" b="1">
                <a:solidFill>
                  <a:srgbClr val="1F8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&lt;60% (Healthy) </a:t>
            </a:r>
            <a:r>
              <a:rPr lang="en-US" sz="10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050" b="1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60–80% (Warning) </a:t>
            </a:r>
            <a:r>
              <a:rPr lang="en-US" sz="10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050" b="1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&gt;80% (Critical)</a:t>
            </a:r>
            <a:endParaRPr lang="en-US" sz="1050"/>
          </a:p>
        </p:txBody>
      </p:sp>
      <p:sp>
        <p:nvSpPr>
          <p:cNvPr id="274" name="Text 4">
            <a:extLst>
              <a:ext uri="{FF2B5EF4-FFF2-40B4-BE49-F238E27FC236}">
                <a16:creationId xmlns:a16="http://schemas.microsoft.com/office/drawing/2014/main" id="{D53CB652-105F-A9A7-88E0-639954BC9113}"/>
              </a:ext>
            </a:extLst>
          </p:cNvPr>
          <p:cNvSpPr/>
          <p:nvPr/>
        </p:nvSpPr>
        <p:spPr>
          <a:xfrm>
            <a:off x="656382" y="1105915"/>
            <a:ext cx="735160" cy="1397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50" b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 (Max)</a:t>
            </a:r>
            <a:endParaRPr lang="en-US" sz="1050"/>
          </a:p>
        </p:txBody>
      </p:sp>
      <p:sp>
        <p:nvSpPr>
          <p:cNvPr id="276" name="Text 5">
            <a:extLst>
              <a:ext uri="{FF2B5EF4-FFF2-40B4-BE49-F238E27FC236}">
                <a16:creationId xmlns:a16="http://schemas.microsoft.com/office/drawing/2014/main" id="{416AF7EF-B7E1-2E14-2B8B-83B62EB3E6AD}"/>
              </a:ext>
            </a:extLst>
          </p:cNvPr>
          <p:cNvSpPr/>
          <p:nvPr/>
        </p:nvSpPr>
        <p:spPr>
          <a:xfrm>
            <a:off x="1391542" y="1105915"/>
            <a:ext cx="2574121" cy="1397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50" b="1">
                <a:solidFill>
                  <a:srgbClr val="1F8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&lt;60% (Healthy) </a:t>
            </a:r>
            <a:r>
              <a:rPr lang="en-US" sz="10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050" b="1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60–80% (Warning) </a:t>
            </a:r>
            <a:r>
              <a:rPr lang="en-US" sz="10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050" b="1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&gt;80% (Critical)</a:t>
            </a:r>
            <a:endParaRPr lang="en-US" sz="1050"/>
          </a:p>
        </p:txBody>
      </p:sp>
      <p:sp>
        <p:nvSpPr>
          <p:cNvPr id="278" name="Text 6">
            <a:extLst>
              <a:ext uri="{FF2B5EF4-FFF2-40B4-BE49-F238E27FC236}">
                <a16:creationId xmlns:a16="http://schemas.microsoft.com/office/drawing/2014/main" id="{4F8EAA47-FF23-7DCC-7899-99EB8DB43A61}"/>
              </a:ext>
            </a:extLst>
          </p:cNvPr>
          <p:cNvSpPr/>
          <p:nvPr/>
        </p:nvSpPr>
        <p:spPr>
          <a:xfrm>
            <a:off x="4292367" y="743308"/>
            <a:ext cx="692230" cy="1397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50" b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(Max)</a:t>
            </a:r>
            <a:endParaRPr lang="en-US" sz="1050"/>
          </a:p>
        </p:txBody>
      </p:sp>
      <p:sp>
        <p:nvSpPr>
          <p:cNvPr id="280" name="Text 7">
            <a:extLst>
              <a:ext uri="{FF2B5EF4-FFF2-40B4-BE49-F238E27FC236}">
                <a16:creationId xmlns:a16="http://schemas.microsoft.com/office/drawing/2014/main" id="{3F8E2390-2E52-C98D-3F0B-640F0CE7F077}"/>
              </a:ext>
            </a:extLst>
          </p:cNvPr>
          <p:cNvSpPr/>
          <p:nvPr/>
        </p:nvSpPr>
        <p:spPr>
          <a:xfrm>
            <a:off x="4984598" y="743308"/>
            <a:ext cx="2574121" cy="1397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50" b="1">
                <a:solidFill>
                  <a:srgbClr val="1F8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&lt;70% (Healthy) </a:t>
            </a:r>
            <a:r>
              <a:rPr lang="en-US" sz="10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050" b="1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70–90% (Warning) </a:t>
            </a:r>
            <a:r>
              <a:rPr lang="en-US" sz="105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050" b="1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&gt;90% (Critical)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2974584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C5A22"/>
                </a:solidFill>
              </a:rPr>
              <a:t>03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1005840" y="21945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>
                <a:solidFill>
                  <a:srgbClr val="218393"/>
                </a:solidFill>
              </a:rPr>
              <a:t>Transaction &amp; Data Pipeline: Komparasi Juli vs Agustus</a:t>
            </a:r>
            <a:endParaRPr lang="en-US" sz="2200"/>
          </a:p>
        </p:txBody>
      </p:sp>
      <p:pic>
        <p:nvPicPr>
          <p:cNvPr id="4" name="Image 0" descr="/mnt/data/final5_work/tpl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06502"/>
            <a:ext cx="1280160" cy="336804"/>
          </a:xfrm>
          <a:prstGeom prst="rect">
            <a:avLst/>
          </a:prstGeom>
        </p:spPr>
      </p:pic>
      <p:pic>
        <p:nvPicPr>
          <p:cNvPr id="5" name="Image 1" descr="/mnt/data/final5_work/trx_comp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188720"/>
            <a:ext cx="7315200" cy="232893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973568" y="914400"/>
            <a:ext cx="3657600" cy="4023360"/>
          </a:xfrm>
          <a:prstGeom prst="roundRect">
            <a:avLst>
              <a:gd name="adj" fmla="val 1000"/>
            </a:avLst>
          </a:prstGeom>
          <a:solidFill>
            <a:srgbClr val="F3F7F8"/>
          </a:solidFill>
          <a:ln w="12700">
            <a:solidFill>
              <a:srgbClr val="DCE6E9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8211312" y="11704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18393"/>
                </a:solidFill>
              </a:rPr>
              <a:t>Key Changes</a:t>
            </a:r>
            <a:endParaRPr lang="en-US" sz="1700"/>
          </a:p>
        </p:txBody>
      </p:sp>
      <p:sp>
        <p:nvSpPr>
          <p:cNvPr id="8" name="Shape 4"/>
          <p:cNvSpPr/>
          <p:nvPr/>
        </p:nvSpPr>
        <p:spPr>
          <a:xfrm>
            <a:off x="8211312" y="1737360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8366760" y="1592961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62626"/>
                </a:solidFill>
              </a:rPr>
              <a:t>Create Accounting hits +138%; P99 naik 7,53 → 8,90 </a:t>
            </a:r>
            <a:r>
              <a:rPr lang="en-US" sz="1050" err="1">
                <a:solidFill>
                  <a:srgbClr val="262626"/>
                </a:solidFill>
              </a:rPr>
              <a:t>menit</a:t>
            </a:r>
            <a:r>
              <a:rPr lang="en-US" sz="1050">
                <a:solidFill>
                  <a:srgbClr val="262626"/>
                </a:solidFill>
              </a:rPr>
              <a:t>.</a:t>
            </a:r>
            <a:endParaRPr lang="en-US" sz="1050"/>
          </a:p>
        </p:txBody>
      </p:sp>
      <p:sp>
        <p:nvSpPr>
          <p:cNvPr id="10" name="Shape 6"/>
          <p:cNvSpPr/>
          <p:nvPr/>
        </p:nvSpPr>
        <p:spPr>
          <a:xfrm>
            <a:off x="8211312" y="2340864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8366760" y="2202669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62626"/>
                </a:solidFill>
              </a:rPr>
              <a:t>Journal Import hits +129%; P99 membaik 2,32 → 1,44 menit.</a:t>
            </a:r>
            <a:endParaRPr lang="en-US" sz="1050"/>
          </a:p>
        </p:txBody>
      </p:sp>
      <p:sp>
        <p:nvSpPr>
          <p:cNvPr id="12" name="Shape 8"/>
          <p:cNvSpPr/>
          <p:nvPr/>
        </p:nvSpPr>
        <p:spPr>
          <a:xfrm>
            <a:off x="8211312" y="2944368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8366760" y="2751308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62626"/>
                </a:solidFill>
              </a:rPr>
              <a:t>Accounting Program P99 naik 12,87 → 24,09 menit; peak 29 Agustus 30,81 menit.</a:t>
            </a:r>
            <a:endParaRPr lang="en-US" sz="1050"/>
          </a:p>
        </p:txBody>
      </p:sp>
      <p:sp>
        <p:nvSpPr>
          <p:cNvPr id="14" name="Shape 10"/>
          <p:cNvSpPr/>
          <p:nvPr/>
        </p:nvSpPr>
        <p:spPr>
          <a:xfrm>
            <a:off x="8211312" y="3529294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8366760" y="3366897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62626"/>
                </a:solidFill>
              </a:rPr>
              <a:t>FAH Process P99 naik 12,61 → 24,05 menit.</a:t>
            </a:r>
            <a:endParaRPr lang="en-US" sz="1050"/>
          </a:p>
        </p:txBody>
      </p:sp>
      <p:sp>
        <p:nvSpPr>
          <p:cNvPr id="16" name="Shape 12"/>
          <p:cNvSpPr/>
          <p:nvPr/>
        </p:nvSpPr>
        <p:spPr>
          <a:xfrm>
            <a:off x="8211312" y="4023070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8366760" y="3835743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62626"/>
                </a:solidFill>
              </a:rPr>
              <a:t>Report Set P99 naik 44,94 → 67,27 menit; peak 2 Agustus 105,27 menit.</a:t>
            </a:r>
            <a:endParaRPr lang="en-US" sz="1050"/>
          </a:p>
        </p:txBody>
      </p:sp>
      <p:sp>
        <p:nvSpPr>
          <p:cNvPr id="19" name="Shape 14"/>
          <p:cNvSpPr/>
          <p:nvPr/>
        </p:nvSpPr>
        <p:spPr>
          <a:xfrm>
            <a:off x="781541" y="3870626"/>
            <a:ext cx="6795662" cy="1055025"/>
          </a:xfrm>
          <a:prstGeom prst="roundRect">
            <a:avLst>
              <a:gd name="adj" fmla="val 5556"/>
            </a:avLst>
          </a:prstGeom>
          <a:solidFill>
            <a:srgbClr val="EAF5EE"/>
          </a:solidFill>
          <a:ln w="12700">
            <a:solidFill>
              <a:srgbClr val="B8DCC5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966848" y="4137013"/>
            <a:ext cx="6326973" cy="4804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150" b="1" err="1">
                <a:solidFill>
                  <a:srgbClr val="2E9E5B"/>
                </a:solidFill>
                <a:cs typeface="Arial"/>
              </a:rPr>
              <a:t>Terjadi</a:t>
            </a:r>
            <a:r>
              <a:rPr lang="en-US" sz="1150" b="1">
                <a:solidFill>
                  <a:srgbClr val="2E9E5B"/>
                </a:solidFill>
                <a:cs typeface="Arial"/>
              </a:rPr>
              <a:t> </a:t>
            </a:r>
            <a:r>
              <a:rPr lang="en-US" sz="1150" b="1" err="1">
                <a:solidFill>
                  <a:srgbClr val="2E9E5B"/>
                </a:solidFill>
                <a:cs typeface="Arial"/>
              </a:rPr>
              <a:t>kenaikan</a:t>
            </a:r>
            <a:r>
              <a:rPr lang="en-US" sz="1150" b="1">
                <a:solidFill>
                  <a:srgbClr val="2E9E5B"/>
                </a:solidFill>
                <a:cs typeface="Arial"/>
              </a:rPr>
              <a:t> </a:t>
            </a:r>
            <a:r>
              <a:rPr lang="en-US" sz="1150" b="1" err="1">
                <a:solidFill>
                  <a:srgbClr val="2E9E5B"/>
                </a:solidFill>
                <a:cs typeface="Arial"/>
              </a:rPr>
              <a:t>segnifikan</a:t>
            </a:r>
            <a:r>
              <a:rPr lang="en-US" sz="1150" b="1">
                <a:solidFill>
                  <a:srgbClr val="2E9E5B"/>
                </a:solidFill>
                <a:cs typeface="Arial"/>
              </a:rPr>
              <a:t> </a:t>
            </a:r>
            <a:r>
              <a:rPr lang="en-US" sz="1150" b="1" err="1">
                <a:solidFill>
                  <a:srgbClr val="2E9E5B"/>
                </a:solidFill>
                <a:cs typeface="Arial"/>
              </a:rPr>
              <a:t>terhadap</a:t>
            </a:r>
            <a:r>
              <a:rPr lang="en-US" sz="1150" b="1">
                <a:solidFill>
                  <a:srgbClr val="2E9E5B"/>
                </a:solidFill>
                <a:cs typeface="Arial"/>
              </a:rPr>
              <a:t> P99 </a:t>
            </a:r>
            <a:r>
              <a:rPr lang="en-US" sz="1150" b="1" err="1">
                <a:solidFill>
                  <a:srgbClr val="2E9E5B"/>
                </a:solidFill>
                <a:cs typeface="Arial"/>
              </a:rPr>
              <a:t>Latenc</a:t>
            </a:r>
            <a:r>
              <a:rPr lang="en-US" sz="1150" b="1">
                <a:solidFill>
                  <a:srgbClr val="2E9E5B"/>
                </a:solidFill>
                <a:cs typeface="Arial"/>
              </a:rPr>
              <a:t>y dan Pipeline volume, </a:t>
            </a:r>
            <a:r>
              <a:rPr lang="en-US" sz="1150" b="1" err="1">
                <a:solidFill>
                  <a:srgbClr val="2E9E5B"/>
                </a:solidFill>
                <a:cs typeface="Arial"/>
              </a:rPr>
              <a:t>hal</a:t>
            </a:r>
            <a:r>
              <a:rPr lang="en-US" sz="1150" b="1">
                <a:solidFill>
                  <a:srgbClr val="2E9E5B"/>
                </a:solidFill>
                <a:cs typeface="Arial"/>
              </a:rPr>
              <a:t> </a:t>
            </a:r>
            <a:r>
              <a:rPr lang="en-US" sz="1150" b="1" err="1">
                <a:solidFill>
                  <a:srgbClr val="2E9E5B"/>
                </a:solidFill>
                <a:cs typeface="Arial"/>
              </a:rPr>
              <a:t>ini</a:t>
            </a:r>
            <a:r>
              <a:rPr lang="en-US" sz="1150" b="1">
                <a:solidFill>
                  <a:srgbClr val="2E9E5B"/>
                </a:solidFill>
                <a:cs typeface="Arial"/>
              </a:rPr>
              <a:t> </a:t>
            </a:r>
            <a:r>
              <a:rPr lang="en-US" sz="1150" b="1" err="1">
                <a:solidFill>
                  <a:srgbClr val="2E9E5B"/>
                </a:solidFill>
                <a:cs typeface="Arial"/>
              </a:rPr>
              <a:t>dikarenakan</a:t>
            </a:r>
            <a:r>
              <a:rPr lang="en-US" sz="1150" b="1">
                <a:solidFill>
                  <a:srgbClr val="2E9E5B"/>
                </a:solidFill>
                <a:cs typeface="Arial"/>
              </a:rPr>
              <a:t> program EFS pada Wave 3 </a:t>
            </a:r>
            <a:r>
              <a:rPr lang="en-US" sz="1150" b="1" err="1">
                <a:solidFill>
                  <a:srgbClr val="2E9E5B"/>
                </a:solidFill>
                <a:cs typeface="Arial"/>
              </a:rPr>
              <a:t>telah</a:t>
            </a:r>
            <a:r>
              <a:rPr lang="en-US" sz="1150" b="1">
                <a:solidFill>
                  <a:srgbClr val="2E9E5B"/>
                </a:solidFill>
                <a:cs typeface="Arial"/>
              </a:rPr>
              <a:t> </a:t>
            </a:r>
            <a:r>
              <a:rPr lang="en-US" sz="1150" b="1" err="1">
                <a:solidFill>
                  <a:srgbClr val="2E9E5B"/>
                </a:solidFill>
                <a:cs typeface="Arial"/>
              </a:rPr>
              <a:t>sepenuhnya</a:t>
            </a:r>
            <a:r>
              <a:rPr lang="en-US" sz="1150" b="1">
                <a:solidFill>
                  <a:srgbClr val="2E9E5B"/>
                </a:solidFill>
                <a:cs typeface="Arial"/>
              </a:rPr>
              <a:t> </a:t>
            </a:r>
            <a:r>
              <a:rPr lang="en-US" sz="1150" b="1" err="1">
                <a:solidFill>
                  <a:srgbClr val="2E9E5B"/>
                </a:solidFill>
                <a:cs typeface="Arial"/>
              </a:rPr>
              <a:t>berjalan</a:t>
            </a:r>
            <a:r>
              <a:rPr lang="en-US" sz="1150" b="1">
                <a:solidFill>
                  <a:srgbClr val="2E9E5B"/>
                </a:solidFill>
                <a:cs typeface="Arial"/>
              </a:rPr>
              <a:t> di </a:t>
            </a:r>
            <a:r>
              <a:rPr lang="en-US" sz="1150" b="1" err="1">
                <a:solidFill>
                  <a:srgbClr val="2E9E5B"/>
                </a:solidFill>
                <a:cs typeface="Arial"/>
              </a:rPr>
              <a:t>environtment</a:t>
            </a:r>
            <a:r>
              <a:rPr lang="en-US" sz="1150" b="1">
                <a:solidFill>
                  <a:srgbClr val="2E9E5B"/>
                </a:solidFill>
                <a:cs typeface="Arial"/>
              </a:rPr>
              <a:t> production</a:t>
            </a:r>
          </a:p>
        </p:txBody>
      </p:sp>
      <p:sp>
        <p:nvSpPr>
          <p:cNvPr id="21" name="Shape 16"/>
          <p:cNvSpPr/>
          <p:nvPr/>
        </p:nvSpPr>
        <p:spPr>
          <a:xfrm>
            <a:off x="438912" y="6419088"/>
            <a:ext cx="11292840" cy="0"/>
          </a:xfrm>
          <a:prstGeom prst="line">
            <a:avLst/>
          </a:prstGeom>
          <a:noFill/>
          <a:ln w="8890">
            <a:solidFill>
              <a:srgbClr val="D8E1E5"/>
            </a:solidFill>
            <a:prstDash val="solid"/>
          </a:ln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502920" y="6492240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A9BA3"/>
                </a:solidFill>
              </a:rPr>
              <a:t>EFS Monthly Health Report  |  Agustus 2026  |  Confidential</a:t>
            </a:r>
            <a:endParaRPr lang="en-US" sz="800"/>
          </a:p>
        </p:txBody>
      </p:sp>
      <p:sp>
        <p:nvSpPr>
          <p:cNvPr id="23" name="Text 18"/>
          <p:cNvSpPr/>
          <p:nvPr/>
        </p:nvSpPr>
        <p:spPr>
          <a:xfrm>
            <a:off x="1110996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18393"/>
                </a:solidFill>
              </a:rPr>
              <a:t>3</a:t>
            </a:r>
            <a:endParaRPr lang="en-US" sz="1000"/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4FA235A0-2F1D-DB71-53DF-7ADAABA7E6EE}"/>
              </a:ext>
            </a:extLst>
          </p:cNvPr>
          <p:cNvSpPr/>
          <p:nvPr/>
        </p:nvSpPr>
        <p:spPr>
          <a:xfrm>
            <a:off x="8208264" y="4530727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01A71047-55EC-86FB-E8E5-7EAFAE886249}"/>
              </a:ext>
            </a:extLst>
          </p:cNvPr>
          <p:cNvSpPr/>
          <p:nvPr/>
        </p:nvSpPr>
        <p:spPr>
          <a:xfrm>
            <a:off x="8366760" y="4361688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262626"/>
                </a:solidFill>
              </a:rPr>
              <a:t>XLA event Unprocessed pada end </a:t>
            </a:r>
            <a:r>
              <a:rPr lang="en-US" sz="1050" err="1">
                <a:solidFill>
                  <a:srgbClr val="262626"/>
                </a:solidFill>
              </a:rPr>
              <a:t>terpantau</a:t>
            </a:r>
            <a:r>
              <a:rPr lang="en-US" sz="1050">
                <a:solidFill>
                  <a:srgbClr val="262626"/>
                </a:solidFill>
              </a:rPr>
              <a:t> </a:t>
            </a:r>
            <a:r>
              <a:rPr lang="en-US" sz="1050" err="1">
                <a:solidFill>
                  <a:srgbClr val="262626"/>
                </a:solidFill>
              </a:rPr>
              <a:t>membaik</a:t>
            </a:r>
            <a:r>
              <a:rPr lang="en-US" sz="1050">
                <a:solidFill>
                  <a:srgbClr val="262626"/>
                </a:solidFill>
              </a:rPr>
              <a:t> </a:t>
            </a:r>
            <a:r>
              <a:rPr lang="en-US" sz="1050" err="1">
                <a:solidFill>
                  <a:srgbClr val="262626"/>
                </a:solidFill>
              </a:rPr>
              <a:t>dibandingkan</a:t>
            </a:r>
            <a:r>
              <a:rPr lang="en-US" sz="1050">
                <a:solidFill>
                  <a:srgbClr val="262626"/>
                </a:solidFill>
              </a:rPr>
              <a:t> </a:t>
            </a:r>
            <a:r>
              <a:rPr lang="en-US" sz="1050" err="1">
                <a:solidFill>
                  <a:srgbClr val="262626"/>
                </a:solidFill>
              </a:rPr>
              <a:t>bulan</a:t>
            </a:r>
            <a:r>
              <a:rPr lang="en-US" sz="1050">
                <a:solidFill>
                  <a:srgbClr val="262626"/>
                </a:solidFill>
              </a:rPr>
              <a:t> Juli </a:t>
            </a:r>
            <a:r>
              <a:rPr lang="en-US" sz="1050" err="1">
                <a:solidFill>
                  <a:srgbClr val="262626"/>
                </a:solidFill>
              </a:rPr>
              <a:t>lalu</a:t>
            </a:r>
            <a:endParaRPr lang="en-US" sz="1050"/>
          </a:p>
        </p:txBody>
      </p:sp>
      <p:pic>
        <p:nvPicPr>
          <p:cNvPr id="28" name="Picture 27" descr="Asset 1.png">
            <a:extLst>
              <a:ext uri="{FF2B5EF4-FFF2-40B4-BE49-F238E27FC236}">
                <a16:creationId xmlns:a16="http://schemas.microsoft.com/office/drawing/2014/main" id="{0BB44FCB-3B19-7979-D10E-2613A4C6F3A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346" b="532"/>
          <a:stretch>
            <a:fillRect/>
          </a:stretch>
        </p:blipFill>
        <p:spPr>
          <a:xfrm>
            <a:off x="10367963" y="5685282"/>
            <a:ext cx="1825570" cy="117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006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AF86D-52C5-77AB-27E7-DBEACAFA7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A8FF566-A409-73AB-990D-F97E52CF8A69}"/>
              </a:ext>
            </a:extLst>
          </p:cNvPr>
          <p:cNvSpPr/>
          <p:nvPr/>
        </p:nvSpPr>
        <p:spPr>
          <a:xfrm>
            <a:off x="502920" y="274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C5A22"/>
                </a:solidFill>
              </a:rPr>
              <a:t>04</a:t>
            </a:r>
            <a:endParaRPr lang="en-US" sz="15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14EB83-59E7-6622-F3FB-EB485953A515}"/>
              </a:ext>
            </a:extLst>
          </p:cNvPr>
          <p:cNvSpPr/>
          <p:nvPr/>
        </p:nvSpPr>
        <p:spPr>
          <a:xfrm>
            <a:off x="1005840" y="21945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200" b="1">
                <a:solidFill>
                  <a:srgbClr val="218393"/>
                </a:solidFill>
              </a:rPr>
              <a:t>XLA dan Journal Posted: Juli vs Agustus</a:t>
            </a:r>
            <a:endParaRPr lang="en-US"/>
          </a:p>
        </p:txBody>
      </p:sp>
      <p:pic>
        <p:nvPicPr>
          <p:cNvPr id="4" name="Image 0" descr="/mnt/data/final5_work/tpl/ppt/media/image2.png">
            <a:extLst>
              <a:ext uri="{FF2B5EF4-FFF2-40B4-BE49-F238E27FC236}">
                <a16:creationId xmlns:a16="http://schemas.microsoft.com/office/drawing/2014/main" id="{61748988-0859-5EF2-A6C6-FBE20D89D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06502"/>
            <a:ext cx="1280160" cy="336804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0C3361FC-90E9-4DA2-A09B-77BF0F3796D3}"/>
              </a:ext>
            </a:extLst>
          </p:cNvPr>
          <p:cNvSpPr/>
          <p:nvPr/>
        </p:nvSpPr>
        <p:spPr>
          <a:xfrm>
            <a:off x="8731850" y="1110247"/>
            <a:ext cx="3281367" cy="3320207"/>
          </a:xfrm>
          <a:prstGeom prst="roundRect">
            <a:avLst>
              <a:gd name="adj" fmla="val 1000"/>
            </a:avLst>
          </a:prstGeom>
          <a:solidFill>
            <a:srgbClr val="F3F7F8"/>
          </a:solidFill>
          <a:ln w="12700">
            <a:solidFill>
              <a:srgbClr val="DCE6E9"/>
            </a:solidFill>
            <a:prstDash val="solid"/>
          </a:ln>
        </p:spPr>
        <p:txBody>
          <a:bodyPr/>
          <a:p/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16E8AB7-2072-A805-A492-5DCA9CB29AE4}"/>
              </a:ext>
            </a:extLst>
          </p:cNvPr>
          <p:cNvSpPr/>
          <p:nvPr/>
        </p:nvSpPr>
        <p:spPr>
          <a:xfrm>
            <a:off x="8946751" y="1266888"/>
            <a:ext cx="29322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18393"/>
                </a:solidFill>
              </a:rPr>
              <a:t>Key Changes</a:t>
            </a:r>
            <a:endParaRPr lang="en-US" sz="170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66DBF72C-2FB2-AC59-20CE-D65F93945B2F}"/>
              </a:ext>
            </a:extLst>
          </p:cNvPr>
          <p:cNvSpPr/>
          <p:nvPr/>
        </p:nvSpPr>
        <p:spPr>
          <a:xfrm>
            <a:off x="8891534" y="1811729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7883EEA-A78A-1216-FA94-3878C0274561}"/>
              </a:ext>
            </a:extLst>
          </p:cNvPr>
          <p:cNvSpPr/>
          <p:nvPr/>
        </p:nvSpPr>
        <p:spPr>
          <a:xfrm>
            <a:off x="9069069" y="1810894"/>
            <a:ext cx="2731096" cy="4035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Total posted naik 261.913 record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atau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4,35%,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dari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6.015.667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menjadi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6.277.580.</a:t>
            </a:r>
            <a:endParaRPr lang="en-US" sz="1050">
              <a:latin typeface="Arial"/>
              <a:cs typeface="Arial"/>
            </a:endParaRPr>
          </a:p>
          <a:p>
            <a:pPr marL="0" indent="0">
              <a:buNone/>
            </a:pPr>
            <a:endParaRPr lang="en-US" sz="1050">
              <a:solidFill>
                <a:srgbClr val="262626"/>
              </a:solidFill>
              <a:cs typeface="Arial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25532FC5-F1C4-BB86-6F16-3F952B9FCBF2}"/>
              </a:ext>
            </a:extLst>
          </p:cNvPr>
          <p:cNvSpPr/>
          <p:nvPr/>
        </p:nvSpPr>
        <p:spPr>
          <a:xfrm>
            <a:off x="8891534" y="2426277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DF1A267-3F6F-79CB-E405-956B602B4007}"/>
              </a:ext>
            </a:extLst>
          </p:cNvPr>
          <p:cNvSpPr/>
          <p:nvPr/>
        </p:nvSpPr>
        <p:spPr>
          <a:xfrm>
            <a:off x="9069069" y="2353265"/>
            <a:ext cx="273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Stuck in XLA dan invalid accounting entry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membaik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dari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masing-masing 35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menjadi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2 record</a:t>
            </a:r>
            <a:endParaRPr lang="en-US" sz="1050">
              <a:latin typeface="Arial"/>
              <a:cs typeface="Arial"/>
            </a:endParaRPr>
          </a:p>
          <a:p>
            <a:pPr marL="0" indent="0">
              <a:buNone/>
            </a:pPr>
            <a:endParaRPr lang="en-US" sz="1050">
              <a:solidFill>
                <a:srgbClr val="262626"/>
              </a:solidFill>
              <a:cs typeface="Arial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B9AB5BB1-96FE-B382-AC42-1B992DF3666D}"/>
              </a:ext>
            </a:extLst>
          </p:cNvPr>
          <p:cNvSpPr/>
          <p:nvPr/>
        </p:nvSpPr>
        <p:spPr>
          <a:xfrm>
            <a:off x="8891534" y="3117750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B6FD19F-A4DA-7C7A-4081-6AC895F880F0}"/>
              </a:ext>
            </a:extLst>
          </p:cNvPr>
          <p:cNvSpPr/>
          <p:nvPr/>
        </p:nvSpPr>
        <p:spPr>
          <a:xfrm>
            <a:off x="9069069" y="3065788"/>
            <a:ext cx="2731096" cy="6414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FAH Error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meningkat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dari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49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menjadi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111 record dan proses Accounting yang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bersatus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= Draft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meningkat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dari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11.063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menjadi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12.629 record</a:t>
            </a:r>
            <a:endParaRPr lang="en-US" sz="1050">
              <a:latin typeface="Arial"/>
              <a:cs typeface="Arial"/>
            </a:endParaRPr>
          </a:p>
          <a:p>
            <a:pPr marL="0" indent="0">
              <a:buNone/>
            </a:pPr>
            <a:endParaRPr lang="en-US" sz="1050">
              <a:solidFill>
                <a:srgbClr val="262626"/>
              </a:solidFill>
              <a:cs typeface="Arial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F30E5764-6F3F-E835-BB5B-CF7626F7873B}"/>
              </a:ext>
            </a:extLst>
          </p:cNvPr>
          <p:cNvSpPr/>
          <p:nvPr/>
        </p:nvSpPr>
        <p:spPr>
          <a:xfrm>
            <a:off x="8731851" y="4790200"/>
            <a:ext cx="3276879" cy="1004346"/>
          </a:xfrm>
          <a:prstGeom prst="roundRect">
            <a:avLst>
              <a:gd name="adj" fmla="val 5556"/>
            </a:avLst>
          </a:prstGeom>
          <a:solidFill>
            <a:srgbClr val="EAF5EE"/>
          </a:solidFill>
          <a:ln w="12700">
            <a:solidFill>
              <a:srgbClr val="B8DCC5"/>
            </a:solidFill>
            <a:prstDash val="solid"/>
          </a:ln>
        </p:spPr>
        <p:txBody>
          <a:bodyPr/>
          <a:p/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2B0C249F-8DF9-CD04-9EFB-10DD730EDE3A}"/>
              </a:ext>
            </a:extLst>
          </p:cNvPr>
          <p:cNvSpPr/>
          <p:nvPr/>
        </p:nvSpPr>
        <p:spPr>
          <a:xfrm>
            <a:off x="8855132" y="5015288"/>
            <a:ext cx="3112718" cy="6128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Rata-rata posting lag (</a:t>
            </a:r>
            <a:r>
              <a:rPr lang="en-US" sz="1200" err="1">
                <a:solidFill>
                  <a:srgbClr val="2E9E5B"/>
                </a:solidFill>
                <a:latin typeface="Arial"/>
                <a:cs typeface="Arial"/>
              </a:rPr>
              <a:t>selisih</a:t>
            </a:r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) </a:t>
            </a:r>
            <a:r>
              <a:rPr lang="en-US" sz="1200" err="1">
                <a:solidFill>
                  <a:srgbClr val="2E9E5B"/>
                </a:solidFill>
                <a:latin typeface="Arial"/>
                <a:cs typeface="Arial"/>
              </a:rPr>
              <a:t>membaik</a:t>
            </a:r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 </a:t>
            </a:r>
            <a:r>
              <a:rPr lang="en-US" sz="1200" err="1">
                <a:solidFill>
                  <a:srgbClr val="2E9E5B"/>
                </a:solidFill>
                <a:latin typeface="Arial"/>
                <a:cs typeface="Arial"/>
              </a:rPr>
              <a:t>dari</a:t>
            </a:r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 0,85 </a:t>
            </a:r>
            <a:r>
              <a:rPr lang="en-US" sz="1200" err="1">
                <a:solidFill>
                  <a:srgbClr val="2E9E5B"/>
                </a:solidFill>
                <a:latin typeface="Arial"/>
                <a:cs typeface="Arial"/>
              </a:rPr>
              <a:t>hari</a:t>
            </a:r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 </a:t>
            </a:r>
            <a:r>
              <a:rPr lang="en-US" sz="1200" err="1">
                <a:solidFill>
                  <a:srgbClr val="2E9E5B"/>
                </a:solidFill>
                <a:latin typeface="Arial"/>
                <a:cs typeface="Arial"/>
              </a:rPr>
              <a:t>menjadi</a:t>
            </a:r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 0,80 </a:t>
            </a:r>
            <a:r>
              <a:rPr lang="en-US" sz="1200" err="1">
                <a:solidFill>
                  <a:srgbClr val="2E9E5B"/>
                </a:solidFill>
                <a:latin typeface="Arial"/>
                <a:cs typeface="Arial"/>
              </a:rPr>
              <a:t>hari</a:t>
            </a:r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, </a:t>
            </a:r>
            <a:r>
              <a:rPr lang="en-US" sz="1200" err="1">
                <a:solidFill>
                  <a:srgbClr val="2E9E5B"/>
                </a:solidFill>
                <a:latin typeface="Arial"/>
                <a:cs typeface="Arial"/>
              </a:rPr>
              <a:t>sedangkan</a:t>
            </a:r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 worst lag </a:t>
            </a:r>
            <a:r>
              <a:rPr lang="en-US" sz="1200" err="1">
                <a:solidFill>
                  <a:srgbClr val="2E9E5B"/>
                </a:solidFill>
                <a:latin typeface="Arial"/>
                <a:cs typeface="Arial"/>
              </a:rPr>
              <a:t>relatif</a:t>
            </a:r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 </a:t>
            </a:r>
            <a:r>
              <a:rPr lang="en-US" sz="1200" err="1">
                <a:solidFill>
                  <a:srgbClr val="2E9E5B"/>
                </a:solidFill>
                <a:latin typeface="Arial"/>
                <a:cs typeface="Arial"/>
              </a:rPr>
              <a:t>stabil</a:t>
            </a:r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 </a:t>
            </a:r>
            <a:r>
              <a:rPr lang="en-US" sz="1200" err="1">
                <a:solidFill>
                  <a:srgbClr val="2E9E5B"/>
                </a:solidFill>
                <a:latin typeface="Arial"/>
                <a:cs typeface="Arial"/>
              </a:rPr>
              <a:t>dari</a:t>
            </a:r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 34,88 </a:t>
            </a:r>
            <a:r>
              <a:rPr lang="en-US" sz="1200" err="1">
                <a:solidFill>
                  <a:srgbClr val="2E9E5B"/>
                </a:solidFill>
                <a:latin typeface="Arial"/>
                <a:cs typeface="Arial"/>
              </a:rPr>
              <a:t>menjadi</a:t>
            </a:r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 34,67 </a:t>
            </a:r>
            <a:r>
              <a:rPr lang="en-US" sz="1200" err="1">
                <a:solidFill>
                  <a:srgbClr val="2E9E5B"/>
                </a:solidFill>
                <a:latin typeface="Arial"/>
                <a:cs typeface="Arial"/>
              </a:rPr>
              <a:t>hari</a:t>
            </a:r>
            <a:r>
              <a:rPr lang="en-US" sz="1200">
                <a:solidFill>
                  <a:srgbClr val="2E9E5B"/>
                </a:solidFill>
                <a:latin typeface="Arial"/>
                <a:cs typeface="Arial"/>
              </a:rPr>
              <a:t>.</a:t>
            </a:r>
            <a:endParaRPr lang="en-US">
              <a:latin typeface="Arial"/>
              <a:cs typeface="Arial"/>
            </a:endParaRPr>
          </a:p>
          <a:p>
            <a:pPr marL="0" indent="0" algn="ctr">
              <a:buNone/>
            </a:pPr>
            <a:endParaRPr lang="en-US" sz="1150">
              <a:solidFill>
                <a:srgbClr val="2E9E5B"/>
              </a:solidFill>
              <a:cs typeface="Arial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BC1719E4-B6A8-180E-A172-0ACEC4057967}"/>
              </a:ext>
            </a:extLst>
          </p:cNvPr>
          <p:cNvSpPr/>
          <p:nvPr/>
        </p:nvSpPr>
        <p:spPr>
          <a:xfrm>
            <a:off x="438912" y="6419088"/>
            <a:ext cx="11292840" cy="0"/>
          </a:xfrm>
          <a:prstGeom prst="line">
            <a:avLst/>
          </a:prstGeom>
          <a:noFill/>
          <a:ln w="8890">
            <a:solidFill>
              <a:srgbClr val="D8E1E5"/>
            </a:solidFill>
            <a:prstDash val="solid"/>
          </a:ln>
        </p:spPr>
        <p:txBody>
          <a:bodyPr/>
          <a:p/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8C1C7C4A-12C2-81DB-D50E-11E9F5346FC0}"/>
              </a:ext>
            </a:extLst>
          </p:cNvPr>
          <p:cNvSpPr/>
          <p:nvPr/>
        </p:nvSpPr>
        <p:spPr>
          <a:xfrm>
            <a:off x="502920" y="6492240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A9BA3"/>
                </a:solidFill>
              </a:rPr>
              <a:t>EFS Monthly Health Report  |  Agustus 2026  |  Confidential</a:t>
            </a:r>
            <a:endParaRPr lang="en-US" sz="80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127C2365-B0CA-1EFC-315A-9E6166BCCB35}"/>
              </a:ext>
            </a:extLst>
          </p:cNvPr>
          <p:cNvSpPr/>
          <p:nvPr/>
        </p:nvSpPr>
        <p:spPr>
          <a:xfrm>
            <a:off x="1110996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18393"/>
                </a:solidFill>
              </a:rPr>
              <a:t>3</a:t>
            </a:r>
            <a:endParaRPr lang="en-US" sz="1000"/>
          </a:p>
        </p:txBody>
      </p:sp>
      <p:pic>
        <p:nvPicPr>
          <p:cNvPr id="28" name="Picture 27" descr="Asset 1.png">
            <a:extLst>
              <a:ext uri="{FF2B5EF4-FFF2-40B4-BE49-F238E27FC236}">
                <a16:creationId xmlns:a16="http://schemas.microsoft.com/office/drawing/2014/main" id="{EDC9D1AE-CBEE-DD96-DEE1-A411DEE13B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346" b="532"/>
          <a:stretch>
            <a:fillRect/>
          </a:stretch>
        </p:blipFill>
        <p:spPr>
          <a:xfrm>
            <a:off x="10367963" y="5627409"/>
            <a:ext cx="1825570" cy="1174818"/>
          </a:xfrm>
          <a:prstGeom prst="rect">
            <a:avLst/>
          </a:prstGeom>
        </p:spPr>
      </p:pic>
      <p:sp>
        <p:nvSpPr>
          <p:cNvPr id="32" name="Shape 10">
            <a:extLst>
              <a:ext uri="{FF2B5EF4-FFF2-40B4-BE49-F238E27FC236}">
                <a16:creationId xmlns:a16="http://schemas.microsoft.com/office/drawing/2014/main" id="{3A05CDF4-E50D-EDF6-E86C-25D1064A9D03}"/>
              </a:ext>
            </a:extLst>
          </p:cNvPr>
          <p:cNvSpPr/>
          <p:nvPr/>
        </p:nvSpPr>
        <p:spPr>
          <a:xfrm>
            <a:off x="8891533" y="3758271"/>
            <a:ext cx="82296" cy="82296"/>
          </a:xfrm>
          <a:prstGeom prst="ellipse">
            <a:avLst/>
          </a:prstGeom>
          <a:solidFill>
            <a:srgbClr val="EC5A22"/>
          </a:solidFill>
          <a:ln w="12700">
            <a:solidFill>
              <a:srgbClr val="EC5A22"/>
            </a:solidFill>
            <a:prstDash val="solid"/>
          </a:ln>
        </p:spPr>
        <p:txBody>
          <a:bodyPr/>
          <a:p/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174F5F6E-88AB-FDCB-8FF1-51096DB1F3B7}"/>
              </a:ext>
            </a:extLst>
          </p:cNvPr>
          <p:cNvSpPr/>
          <p:nvPr/>
        </p:nvSpPr>
        <p:spPr>
          <a:xfrm>
            <a:off x="9069068" y="3761526"/>
            <a:ext cx="2731096" cy="663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Rata-rata posting lag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membaik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dari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0,85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hari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menjadi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0,80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hari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,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sedangkan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worst lag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relatif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stabil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dari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34,88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menjadi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 34,67 </a:t>
            </a:r>
            <a:r>
              <a:rPr lang="en-US" sz="1050" err="1">
                <a:solidFill>
                  <a:srgbClr val="262626"/>
                </a:solidFill>
                <a:latin typeface="Arial"/>
                <a:cs typeface="Arial"/>
              </a:rPr>
              <a:t>hari</a:t>
            </a:r>
            <a:r>
              <a:rPr lang="en-US" sz="1050">
                <a:solidFill>
                  <a:srgbClr val="262626"/>
                </a:solidFill>
                <a:latin typeface="Arial"/>
                <a:cs typeface="Arial"/>
              </a:rPr>
              <a:t>.</a:t>
            </a:r>
            <a:endParaRPr lang="en-US" sz="1050">
              <a:latin typeface="Arial"/>
              <a:cs typeface="Arial"/>
            </a:endParaRPr>
          </a:p>
          <a:p>
            <a:pPr marL="0" indent="0">
              <a:buNone/>
            </a:pPr>
            <a:endParaRPr lang="en-US" sz="1050">
              <a:solidFill>
                <a:srgbClr val="262626"/>
              </a:solidFill>
              <a:latin typeface="Arial"/>
              <a:cs typeface="Arial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92D166A-DC81-72B4-7A31-2A95FDCC8B72}"/>
              </a:ext>
            </a:extLst>
          </p:cNvPr>
          <p:cNvSpPr/>
          <p:nvPr/>
        </p:nvSpPr>
        <p:spPr>
          <a:xfrm>
            <a:off x="500611" y="5992419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*Posting lag =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selisih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hari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antara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accounting date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transaksi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dan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tanggal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jurnalnya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berstatus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Posted di GL. Rata-rata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menggambarkan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kondisi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mayoritas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record; worst lag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menunjukkan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record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tertua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yang </a:t>
            </a:r>
            <a:r>
              <a:rPr lang="en-US" sz="950" i="1" err="1">
                <a:solidFill>
                  <a:srgbClr val="8A9BA3"/>
                </a:solidFill>
                <a:ea typeface="+mn-lt"/>
                <a:cs typeface="+mn-lt"/>
              </a:rPr>
              <a:t>belum</a:t>
            </a:r>
            <a:r>
              <a:rPr lang="en-US" sz="950" i="1">
                <a:solidFill>
                  <a:srgbClr val="8A9BA3"/>
                </a:solidFill>
                <a:ea typeface="+mn-lt"/>
                <a:cs typeface="+mn-lt"/>
              </a:rPr>
              <a:t> ter-post.</a:t>
            </a:r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CA4E0BF-252A-EFAB-DBD0-76C53CC0729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71635" y="887924"/>
            <a:ext cx="7957120" cy="454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238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005840" cy="1005840"/>
          </a:xfrm>
          <a:prstGeom prst="ellipse">
            <a:avLst/>
          </a:prstGeom>
          <a:solidFill>
            <a:srgbClr val="EC5A22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840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C5A22"/>
                </a:solidFill>
                <a:latin typeface="Poppins SemiBold"/>
                <a:cs typeface="Poppins SemiBold"/>
              </a:rPr>
              <a:t>04</a:t>
            </a:r>
            <a:endParaRPr lang="en-US" sz="150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21839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Status Data (XLA):  Breakdown &amp; SLO</a:t>
            </a:r>
            <a:endParaRPr lang="en-US" sz="2700"/>
          </a:p>
        </p:txBody>
      </p:sp>
      <p:sp>
        <p:nvSpPr>
          <p:cNvPr id="5" name="Shape 3"/>
          <p:cNvSpPr/>
          <p:nvPr/>
        </p:nvSpPr>
        <p:spPr>
          <a:xfrm>
            <a:off x="502920" y="1367353"/>
            <a:ext cx="11170621" cy="523657"/>
          </a:xfrm>
          <a:prstGeom prst="roundRect">
            <a:avLst>
              <a:gd name="adj" fmla="val 8333"/>
            </a:avLst>
          </a:prstGeom>
          <a:solidFill>
            <a:srgbClr val="E8F1F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417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>
                <a:solidFill>
                  <a:srgbClr val="218393"/>
                </a:solidFill>
                <a:latin typeface="Open Sans"/>
                <a:ea typeface="Open Sans"/>
                <a:cs typeface="Open Sans"/>
              </a:rPr>
              <a:t>Service Level Objective  (SLO): </a:t>
            </a:r>
            <a:r>
              <a:rPr lang="en-US" sz="1100">
                <a:solidFill>
                  <a:srgbClr val="218393"/>
                </a:solidFill>
                <a:latin typeface="Segoe UI"/>
                <a:ea typeface="Open Sans"/>
                <a:cs typeface="Segoe UI"/>
              </a:rPr>
              <a:t>Success Rate (XLA=S) ≥ 99,5% | Error Rate (XLA=E) ≤ 1% | Backlog (U/V) ≤ 1% volume </a:t>
            </a:r>
            <a:r>
              <a:rPr lang="en-US" sz="1100" err="1">
                <a:solidFill>
                  <a:srgbClr val="218393"/>
                </a:solidFill>
                <a:latin typeface="Segoe UI"/>
                <a:ea typeface="Open Sans"/>
                <a:cs typeface="Segoe UI"/>
              </a:rPr>
              <a:t>harian</a:t>
            </a:r>
            <a:endParaRPr lang="en-US" sz="1100">
              <a:solidFill>
                <a:srgbClr val="218393"/>
              </a:solidFill>
              <a:latin typeface="Segoe UI"/>
              <a:ea typeface="Open Sans"/>
              <a:cs typeface="Segoe UI"/>
            </a:endParaRPr>
          </a:p>
          <a:p>
            <a:endParaRPr lang="en-US" sz="1050" b="1">
              <a:solidFill>
                <a:srgbClr val="218393"/>
              </a:solidFill>
              <a:latin typeface="Open Sans"/>
              <a:ea typeface="Open Sans"/>
              <a:cs typeface="Open Sans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910800"/>
              </p:ext>
            </p:extLst>
          </p:nvPr>
        </p:nvGraphicFramePr>
        <p:xfrm>
          <a:off x="500742" y="2148114"/>
          <a:ext cx="11183109" cy="25146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37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Status Data</a:t>
                      </a:r>
                      <a:endParaRPr lang="en-US" sz="90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83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err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Jumlah</a:t>
                      </a:r>
                      <a:r>
                        <a:rPr lang="en-US" sz="9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 Baris</a:t>
                      </a:r>
                      <a:endParaRPr lang="en-US" sz="9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83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% Total</a:t>
                      </a:r>
                      <a:endParaRPr lang="en-US" sz="90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83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err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Makna</a:t>
                      </a:r>
                      <a:endParaRPr lang="en-US" sz="900" err="1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83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SLO</a:t>
                      </a:r>
                      <a:endParaRPr lang="en-US" sz="90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83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1839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Clean / Success (XLA=S)</a:t>
                      </a:r>
                      <a:endParaRPr lang="en-US" sz="90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 pitchFamily="34" charset="-122"/>
                          <a:cs typeface="Segoe UI"/>
                        </a:rPr>
                        <a:t>70.193.807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 pitchFamily="34" charset="-122"/>
                          <a:cs typeface="Segoe UI"/>
                        </a:rPr>
                        <a:t>94,76%</a:t>
                      </a:r>
                      <a:endParaRPr lang="en-US" sz="1100" b="0" i="0" u="none" strike="noStrike" noProof="0">
                        <a:latin typeface="Segoe UI"/>
                        <a:cs typeface="Segoe UI"/>
                      </a:endParaRPr>
                    </a:p>
                    <a:p>
                      <a:pPr marL="0" lvl="0" indent="0" algn="ctr">
                        <a:buNone/>
                      </a:pPr>
                      <a:endParaRPr lang="en-US" sz="900">
                        <a:solidFill>
                          <a:srgbClr val="262626"/>
                        </a:solidFill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Accounting entry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berhasil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dibuat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. Tidak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terdapat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XLA Error; success rate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melampaui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target SLO 99,5%.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Healthy</a:t>
                      </a:r>
                      <a:endParaRPr lang="en-US" sz="85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1839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Validation (XLA=V)</a:t>
                      </a:r>
                      <a:endParaRPr lang="en-US" sz="90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 pitchFamily="34" charset="-122"/>
                          <a:cs typeface="Segoe UI"/>
                        </a:rPr>
                        <a:t>346.723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 pitchFamily="34" charset="-122"/>
                          <a:cs typeface="Segoe UI"/>
                        </a:rPr>
                        <a:t>0,49%</a:t>
                      </a:r>
                      <a:endParaRPr lang="en-US" sz="1100" b="0" i="0" u="none" strike="noStrike" noProof="0">
                        <a:latin typeface="Segoe UI"/>
                        <a:cs typeface="Segoe U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Data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tervalidasi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namun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jurnal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final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belum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terbentuk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sepenuhnya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.</a:t>
                      </a:r>
                      <a:endParaRPr lang="en-US" sz="1100" b="0" i="0" u="none" strike="noStrike" noProof="0">
                        <a:latin typeface="Segoe UI"/>
                        <a:cs typeface="Segoe U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Warning</a:t>
                      </a:r>
                      <a:endParaRPr lang="en-US" sz="85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1839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Unprocessed (EVS=U)</a:t>
                      </a:r>
                      <a:endParaRPr lang="en-US" sz="90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 pitchFamily="34" charset="-122"/>
                          <a:cs typeface="Segoe UI"/>
                        </a:rPr>
                        <a:t>1.034.245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0,64%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Residual queue / final sweep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masih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pending.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Terkonsentrasi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pada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tanggal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31 Agustus (1.034.245 baris).</a:t>
                      </a:r>
                      <a:endParaRPr lang="en-US" sz="1100" b="0" i="0" u="none" strike="noStrike" noProof="0">
                        <a:latin typeface="Segoe UI"/>
                        <a:cs typeface="Segoe U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Warning</a:t>
                      </a:r>
                      <a:endParaRPr lang="en-US" sz="85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1839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Error (XLA=E)</a:t>
                      </a:r>
                      <a:endParaRPr lang="en-US" sz="90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 pitchFamily="34" charset="-122"/>
                          <a:cs typeface="Segoe UI"/>
                        </a:rPr>
                        <a:t>6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0,00%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Invalid event,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tidak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terdapat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XLA Error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maupun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Related Event Error.</a:t>
                      </a:r>
                      <a:endParaRPr lang="en-US" sz="1100" b="0" i="0" u="none" strike="noStrike" noProof="0">
                        <a:latin typeface="Segoe UI"/>
                        <a:cs typeface="Segoe U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Healthy</a:t>
                      </a:r>
                      <a:endParaRPr lang="en-US" sz="85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218393"/>
                          </a:solidFill>
                          <a:latin typeface="Open Sans"/>
                          <a:ea typeface="Open Sans"/>
                          <a:cs typeface="Open Sans"/>
                        </a:rPr>
                        <a:t>TOTAL (30 </a:t>
                      </a:r>
                      <a:r>
                        <a:rPr lang="en-US" sz="900" b="1" err="1">
                          <a:solidFill>
                            <a:srgbClr val="218393"/>
                          </a:solidFill>
                          <a:latin typeface="Open Sans"/>
                          <a:ea typeface="Open Sans"/>
                          <a:cs typeface="Open Sans"/>
                        </a:rPr>
                        <a:t>hari</a:t>
                      </a:r>
                      <a:r>
                        <a:rPr lang="en-US" sz="900" b="1">
                          <a:solidFill>
                            <a:srgbClr val="218393"/>
                          </a:solidFill>
                          <a:latin typeface="Open Sans"/>
                          <a:ea typeface="Open Sans"/>
                          <a:cs typeface="Open Sans"/>
                        </a:rPr>
                        <a:t>)</a:t>
                      </a:r>
                      <a:endParaRPr lang="en-US" sz="9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70.540.530</a:t>
                      </a:r>
                      <a:endParaRPr lang="en-US" b="1">
                        <a:ea typeface="Open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62626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90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Volume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transaksi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XLA </a:t>
                      </a:r>
                      <a:r>
                        <a:rPr lang="en-US" sz="1100" b="0" i="0" u="none" strike="noStrike" noProof="0" err="1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selama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ea typeface="Open Sans"/>
                          <a:cs typeface="Segoe UI"/>
                        </a:rPr>
                        <a:t> Agustus 2026.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8A9BA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-</a:t>
                      </a:r>
                      <a:endParaRPr lang="en-US" sz="85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209702" y="4852504"/>
            <a:ext cx="4288183" cy="1223397"/>
          </a:xfrm>
          <a:prstGeom prst="roundRect">
            <a:avLst>
              <a:gd name="adj" fmla="val 3704"/>
            </a:avLst>
          </a:prstGeom>
          <a:solidFill>
            <a:srgbClr val="E8F1F2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02721" y="4931452"/>
            <a:ext cx="3999727" cy="360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218393"/>
                </a:solidFill>
                <a:latin typeface="Poppins SemiBold"/>
                <a:ea typeface="Poppins SemiBold" pitchFamily="34" charset="-122"/>
                <a:cs typeface="Poppins SemiBold"/>
              </a:rPr>
              <a:t>a.  Healthy Day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1402721" y="5297212"/>
            <a:ext cx="3999727" cy="725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31/31 </a:t>
            </a:r>
            <a:r>
              <a:rPr lang="en-US" sz="1100" b="1" err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hari</a:t>
            </a:r>
            <a:r>
              <a:rPr lang="en-US" sz="1100" b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 </a:t>
            </a:r>
            <a:r>
              <a:rPr lang="en-US" sz="1100" b="1" err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memenuhi</a:t>
            </a:r>
            <a:r>
              <a:rPr lang="en-US" sz="1100" b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 target Success Rate ≥ 99,5%.</a:t>
            </a:r>
            <a:br>
              <a:rPr lang="en-US" sz="1100" b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</a:br>
            <a:r>
              <a:rPr lang="en-US" sz="1100" b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 Success Rate </a:t>
            </a:r>
            <a:r>
              <a:rPr lang="en-US" sz="1100" b="1" err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bulanan</a:t>
            </a:r>
            <a:r>
              <a:rPr lang="en-US" sz="1100" b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 </a:t>
            </a:r>
            <a:r>
              <a:rPr lang="en-US" sz="1100" b="1" err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mencapai</a:t>
            </a:r>
            <a:r>
              <a:rPr lang="en-US" sz="1100" b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 94,76%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, Error Rate </a:t>
            </a:r>
            <a:r>
              <a:rPr lang="en-US" sz="1100" b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0,00%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, dan backlog </a:t>
            </a:r>
            <a:r>
              <a:rPr lang="en-US" sz="1100" b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0,64%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masih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berada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 di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bawah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/>
                <a:cs typeface="Segoe UI"/>
              </a:rPr>
              <a:t> batas SLO 1%</a:t>
            </a:r>
            <a:endParaRPr lang="en-US"/>
          </a:p>
          <a:p>
            <a:pPr>
              <a:lnSpc>
                <a:spcPts val="1400"/>
              </a:lnSpc>
            </a:pPr>
            <a:endParaRPr lang="en-US" sz="1000">
              <a:solidFill>
                <a:srgbClr val="262626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Shape 8"/>
          <p:cNvSpPr/>
          <p:nvPr/>
        </p:nvSpPr>
        <p:spPr>
          <a:xfrm>
            <a:off x="5672712" y="4849878"/>
            <a:ext cx="4213233" cy="1510709"/>
          </a:xfrm>
          <a:prstGeom prst="roundRect">
            <a:avLst>
              <a:gd name="adj" fmla="val 3704"/>
            </a:avLst>
          </a:prstGeom>
          <a:solidFill>
            <a:srgbClr val="FCEDE6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772767" y="4928827"/>
            <a:ext cx="4005249" cy="360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C5A2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b.  Unprocessed:  Tindakan</a:t>
            </a:r>
            <a:endParaRPr lang="en-US" sz="1300"/>
          </a:p>
        </p:txBody>
      </p:sp>
      <p:sp>
        <p:nvSpPr>
          <p:cNvPr id="13" name="Text 10"/>
          <p:cNvSpPr/>
          <p:nvPr/>
        </p:nvSpPr>
        <p:spPr>
          <a:xfrm>
            <a:off x="5772767" y="5282095"/>
            <a:ext cx="4005249" cy="988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Residual Unprocessed </a:t>
            </a:r>
            <a:r>
              <a:rPr lang="en-US" sz="1100" b="1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mencapai</a:t>
            </a:r>
            <a:r>
              <a:rPr lang="en-US" sz="1100" b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1.034.245 baris (0,64%)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,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dengan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konsentrasi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tertinggi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pada </a:t>
            </a:r>
            <a:r>
              <a:rPr lang="en-US" sz="1100" b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31 Agustus </a:t>
            </a:r>
            <a:r>
              <a:rPr lang="en-US" sz="1100" b="1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sebesar</a:t>
            </a:r>
            <a:r>
              <a:rPr lang="en-US" sz="1100" b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321.564 baris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.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Diperlukan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final sweep dan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rekonsiliasi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untuk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mengurangi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backlog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akhir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bulan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.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Rekomendasi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: monitoring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harian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residual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serta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penjadwalan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final sweep yang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konsisten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agar backlog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tetap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di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bawah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</a:t>
            </a:r>
            <a:r>
              <a:rPr lang="en-US" sz="1100" err="1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ambang</a:t>
            </a:r>
            <a:r>
              <a:rPr lang="en-US" sz="1100">
                <a:solidFill>
                  <a:srgbClr val="262626"/>
                </a:solidFill>
                <a:latin typeface="Segoe UI"/>
                <a:ea typeface="Open Sans" pitchFamily="34" charset="-122"/>
                <a:cs typeface="Segoe UI"/>
              </a:rPr>
              <a:t> SLO 1%</a:t>
            </a:r>
            <a:endParaRPr lang="en-US" sz="1100">
              <a:latin typeface="Segoe UI"/>
              <a:cs typeface="Segoe UI"/>
            </a:endParaRPr>
          </a:p>
          <a:p>
            <a:pPr marL="0" indent="0">
              <a:lnSpc>
                <a:spcPts val="1400"/>
              </a:lnSpc>
              <a:buNone/>
            </a:pPr>
            <a:endParaRPr lang="en-US" sz="1000">
              <a:solidFill>
                <a:srgbClr val="262626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005840" y="6355080"/>
            <a:ext cx="5943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A9BA3"/>
                </a:solidFill>
                <a:latin typeface="Open Sans"/>
                <a:ea typeface="Open Sans"/>
                <a:cs typeface="Open Sans"/>
              </a:rPr>
              <a:t>EFS Monthly Health Report  |  August 2026  |  Confidential</a:t>
            </a:r>
            <a:endParaRPr lang="en-US" sz="800">
              <a:latin typeface="Open Sans"/>
              <a:ea typeface="Open Sans"/>
              <a:cs typeface="Open Sans"/>
            </a:endParaRPr>
          </a:p>
        </p:txBody>
      </p:sp>
      <p:pic>
        <p:nvPicPr>
          <p:cNvPr id="17" name="Picture 16" descr="Asset 1.png">
            <a:extLst>
              <a:ext uri="{FF2B5EF4-FFF2-40B4-BE49-F238E27FC236}">
                <a16:creationId xmlns:a16="http://schemas.microsoft.com/office/drawing/2014/main" id="{4B232CE0-468B-7608-A480-08D0D9C1F3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81560" y="5686908"/>
            <a:ext cx="1809750" cy="11715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060F910-FD1F-8CF9-1E11-436F16D047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6221" y="379866"/>
            <a:ext cx="1273629" cy="3342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7B60F-940E-C3BD-C065-6BDEB3C61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D307F28-4463-6B14-9434-D558F62065BE}"/>
              </a:ext>
            </a:extLst>
          </p:cNvPr>
          <p:cNvSpPr/>
          <p:nvPr/>
        </p:nvSpPr>
        <p:spPr>
          <a:xfrm>
            <a:off x="502920" y="274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C5A22"/>
                </a:solidFill>
              </a:rPr>
              <a:t>05</a:t>
            </a:r>
            <a:endParaRPr lang="en-US" sz="15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A1B26F-690B-B66D-8AEC-EBE50966557E}"/>
              </a:ext>
            </a:extLst>
          </p:cNvPr>
          <p:cNvSpPr/>
          <p:nvPr/>
        </p:nvSpPr>
        <p:spPr>
          <a:xfrm>
            <a:off x="1005840" y="21945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200" b="1">
                <a:solidFill>
                  <a:srgbClr val="218393"/>
                </a:solidFill>
              </a:rPr>
              <a:t>Job Concurrent</a:t>
            </a:r>
            <a:endParaRPr lang="en-US" sz="2200"/>
          </a:p>
        </p:txBody>
      </p:sp>
      <p:pic>
        <p:nvPicPr>
          <p:cNvPr id="4" name="Image 0" descr="/mnt/data/final5_work/tpl/ppt/media/image2.png">
            <a:extLst>
              <a:ext uri="{FF2B5EF4-FFF2-40B4-BE49-F238E27FC236}">
                <a16:creationId xmlns:a16="http://schemas.microsoft.com/office/drawing/2014/main" id="{A9E9DB61-3C75-4038-53DC-E3000B232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083" y="424216"/>
            <a:ext cx="1280160" cy="336804"/>
          </a:xfrm>
          <a:prstGeom prst="rect">
            <a:avLst/>
          </a:prstGeom>
        </p:spPr>
      </p:pic>
      <p:sp>
        <p:nvSpPr>
          <p:cNvPr id="16" name="Shape 11">
            <a:extLst>
              <a:ext uri="{FF2B5EF4-FFF2-40B4-BE49-F238E27FC236}">
                <a16:creationId xmlns:a16="http://schemas.microsoft.com/office/drawing/2014/main" id="{8B36791E-4944-A7B4-048A-5661076879EB}"/>
              </a:ext>
            </a:extLst>
          </p:cNvPr>
          <p:cNvSpPr/>
          <p:nvPr/>
        </p:nvSpPr>
        <p:spPr>
          <a:xfrm>
            <a:off x="438912" y="6419088"/>
            <a:ext cx="11292840" cy="0"/>
          </a:xfrm>
          <a:prstGeom prst="line">
            <a:avLst/>
          </a:prstGeom>
          <a:noFill/>
          <a:ln w="8890">
            <a:solidFill>
              <a:srgbClr val="D8E1E5"/>
            </a:solidFill>
            <a:prstDash val="solid"/>
          </a:ln>
        </p:spPr>
        <p:txBody>
          <a:bodyPr/>
          <a:p/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605C2990-0E85-CEDA-B9D7-7C07A64BE141}"/>
              </a:ext>
            </a:extLst>
          </p:cNvPr>
          <p:cNvSpPr/>
          <p:nvPr/>
        </p:nvSpPr>
        <p:spPr>
          <a:xfrm>
            <a:off x="502920" y="6492240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A9BA3"/>
                </a:solidFill>
              </a:rPr>
              <a:t>EFS Monthly Health Report  |  Agustus 2026  |  Confidential</a:t>
            </a:r>
            <a:endParaRPr lang="en-US" sz="80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3E9DE806-168C-F0CD-F52C-408625550D1A}"/>
              </a:ext>
            </a:extLst>
          </p:cNvPr>
          <p:cNvSpPr/>
          <p:nvPr/>
        </p:nvSpPr>
        <p:spPr>
          <a:xfrm>
            <a:off x="1110996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18393"/>
                </a:solidFill>
              </a:rPr>
              <a:t>2</a:t>
            </a:r>
            <a:endParaRPr lang="en-US" sz="1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44597A-3E74-677B-50AE-5396472A2FF1}"/>
              </a:ext>
            </a:extLst>
          </p:cNvPr>
          <p:cNvSpPr txBox="1"/>
          <p:nvPr/>
        </p:nvSpPr>
        <p:spPr>
          <a:xfrm>
            <a:off x="961869" y="593361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sz="1200" b="1">
                <a:latin typeface="Segoe UI"/>
                <a:ea typeface="Segoe UI"/>
                <a:cs typeface="Segoe UI"/>
              </a:rPr>
              <a:t> </a:t>
            </a:r>
            <a:r>
              <a:rPr lang="en-US" sz="1200" b="1" i="0">
                <a:latin typeface="Segoe UI"/>
                <a:ea typeface="Segoe UI"/>
                <a:cs typeface="Segoe UI"/>
              </a:rPr>
              <a:t>Healthy</a:t>
            </a:r>
            <a:r>
              <a:rPr lang="en-US" sz="1200" b="0" i="0">
                <a:latin typeface="Segoe UI"/>
                <a:ea typeface="Segoe UI"/>
                <a:cs typeface="Segoe UI"/>
              </a:rPr>
              <a:t> = P99 &lt; SLO</a:t>
            </a:r>
          </a:p>
          <a:p>
            <a:pPr>
              <a:buFont typeface=""/>
              <a:buChar char="•"/>
            </a:pPr>
            <a:r>
              <a:rPr lang="en-US" sz="1200" b="1">
                <a:latin typeface="Segoe UI"/>
                <a:ea typeface="Segoe UI"/>
                <a:cs typeface="Segoe UI"/>
              </a:rPr>
              <a:t> </a:t>
            </a:r>
            <a:r>
              <a:rPr lang="en-US" sz="1200" b="1" i="0">
                <a:latin typeface="Segoe UI"/>
                <a:ea typeface="Segoe UI"/>
                <a:cs typeface="Segoe UI"/>
              </a:rPr>
              <a:t>Warning</a:t>
            </a:r>
            <a:r>
              <a:rPr lang="en-US" sz="1200" b="0" i="0">
                <a:latin typeface="Segoe UI"/>
                <a:ea typeface="Segoe UI"/>
                <a:cs typeface="Segoe UI"/>
              </a:rPr>
              <a:t> = P99 1-2x SLO</a:t>
            </a:r>
          </a:p>
          <a:p>
            <a:pPr>
              <a:buFont typeface=""/>
              <a:buChar char="•"/>
            </a:pPr>
            <a:r>
              <a:rPr lang="en-US" sz="1200" b="1">
                <a:latin typeface="Segoe UI"/>
                <a:ea typeface="Segoe UI"/>
                <a:cs typeface="Segoe UI"/>
              </a:rPr>
              <a:t> </a:t>
            </a:r>
            <a:r>
              <a:rPr lang="en-US" sz="1200" b="1" i="0">
                <a:latin typeface="Segoe UI"/>
                <a:ea typeface="Segoe UI"/>
                <a:cs typeface="Segoe UI"/>
              </a:rPr>
              <a:t>Critical</a:t>
            </a:r>
            <a:r>
              <a:rPr lang="en-US" sz="1200" b="0" i="0">
                <a:latin typeface="Segoe UI"/>
                <a:ea typeface="Segoe UI"/>
                <a:cs typeface="Segoe UI"/>
              </a:rPr>
              <a:t> = P99 &gt; 2x SLO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D6346CA-5468-BEF1-292C-0C9EC2860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877189"/>
              </p:ext>
            </p:extLst>
          </p:nvPr>
        </p:nvGraphicFramePr>
        <p:xfrm>
          <a:off x="1054100" y="1543050"/>
          <a:ext cx="10212490" cy="41415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47783">
                  <a:extLst>
                    <a:ext uri="{9D8B030D-6E8A-4147-A177-3AD203B41FA5}">
                      <a16:colId xmlns:a16="http://schemas.microsoft.com/office/drawing/2014/main" val="1677575520"/>
                    </a:ext>
                  </a:extLst>
                </a:gridCol>
                <a:gridCol w="897332">
                  <a:extLst>
                    <a:ext uri="{9D8B030D-6E8A-4147-A177-3AD203B41FA5}">
                      <a16:colId xmlns:a16="http://schemas.microsoft.com/office/drawing/2014/main" val="2519315884"/>
                    </a:ext>
                  </a:extLst>
                </a:gridCol>
                <a:gridCol w="897332">
                  <a:extLst>
                    <a:ext uri="{9D8B030D-6E8A-4147-A177-3AD203B41FA5}">
                      <a16:colId xmlns:a16="http://schemas.microsoft.com/office/drawing/2014/main" val="394268262"/>
                    </a:ext>
                  </a:extLst>
                </a:gridCol>
                <a:gridCol w="612464">
                  <a:extLst>
                    <a:ext uri="{9D8B030D-6E8A-4147-A177-3AD203B41FA5}">
                      <a16:colId xmlns:a16="http://schemas.microsoft.com/office/drawing/2014/main" val="1939874769"/>
                    </a:ext>
                  </a:extLst>
                </a:gridCol>
                <a:gridCol w="726411">
                  <a:extLst>
                    <a:ext uri="{9D8B030D-6E8A-4147-A177-3AD203B41FA5}">
                      <a16:colId xmlns:a16="http://schemas.microsoft.com/office/drawing/2014/main" val="2953747579"/>
                    </a:ext>
                  </a:extLst>
                </a:gridCol>
                <a:gridCol w="1324633">
                  <a:extLst>
                    <a:ext uri="{9D8B030D-6E8A-4147-A177-3AD203B41FA5}">
                      <a16:colId xmlns:a16="http://schemas.microsoft.com/office/drawing/2014/main" val="834415043"/>
                    </a:ext>
                  </a:extLst>
                </a:gridCol>
                <a:gridCol w="1125225">
                  <a:extLst>
                    <a:ext uri="{9D8B030D-6E8A-4147-A177-3AD203B41FA5}">
                      <a16:colId xmlns:a16="http://schemas.microsoft.com/office/drawing/2014/main" val="2023710197"/>
                    </a:ext>
                  </a:extLst>
                </a:gridCol>
                <a:gridCol w="740655">
                  <a:extLst>
                    <a:ext uri="{9D8B030D-6E8A-4147-A177-3AD203B41FA5}">
                      <a16:colId xmlns:a16="http://schemas.microsoft.com/office/drawing/2014/main" val="2836767202"/>
                    </a:ext>
                  </a:extLst>
                </a:gridCol>
                <a:gridCol w="740655">
                  <a:extLst>
                    <a:ext uri="{9D8B030D-6E8A-4147-A177-3AD203B41FA5}">
                      <a16:colId xmlns:a16="http://schemas.microsoft.com/office/drawing/2014/main" val="3906018182"/>
                    </a:ext>
                  </a:extLst>
                </a:gridCol>
              </a:tblGrid>
              <a:tr h="4031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Program Name</a:t>
                      </a:r>
                      <a:endParaRPr lang="en-AU" sz="1100" b="1" i="0" u="none" strike="noStrike">
                        <a:solidFill>
                          <a:schemeClr val="bg1"/>
                        </a:solidFill>
                        <a:effectLst/>
                        <a:latin typeface="Segoe UI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Avg(min)</a:t>
                      </a:r>
                      <a:endParaRPr lang="en-AU" sz="1100" b="1" i="0" u="none" strike="noStrike">
                        <a:solidFill>
                          <a:schemeClr val="bg1"/>
                        </a:solidFill>
                        <a:effectLst/>
                        <a:latin typeface="Segoe UI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P99(min)</a:t>
                      </a:r>
                      <a:endParaRPr lang="en-AU" sz="1100" b="1" i="0" u="none" strike="noStrike">
                        <a:solidFill>
                          <a:schemeClr val="bg1"/>
                        </a:solidFill>
                        <a:effectLst/>
                        <a:latin typeface="Segoe UI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RPH</a:t>
                      </a:r>
                      <a:endParaRPr lang="en-AU" sz="1100" b="1" i="0" u="none" strike="noStrike">
                        <a:solidFill>
                          <a:schemeClr val="bg1"/>
                        </a:solidFill>
                        <a:effectLst/>
                        <a:latin typeface="Segoe UI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Total Hit</a:t>
                      </a:r>
                      <a:endParaRPr lang="en-AU" sz="1100" b="1" i="0" u="none" strike="noStrike">
                        <a:solidFill>
                          <a:schemeClr val="bg1"/>
                        </a:solidFill>
                        <a:effectLst/>
                        <a:latin typeface="Segoe UI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Success Rate (%)</a:t>
                      </a:r>
                      <a:endParaRPr lang="en-AU" sz="1100" b="1" i="0" u="none" strike="noStrike">
                        <a:solidFill>
                          <a:schemeClr val="bg1"/>
                        </a:solidFill>
                        <a:effectLst/>
                        <a:latin typeface="Segoe UI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Error Rate (%)</a:t>
                      </a:r>
                      <a:endParaRPr lang="en-AU" sz="1100" b="1" i="0" u="none" strike="noStrike">
                        <a:solidFill>
                          <a:schemeClr val="bg1"/>
                        </a:solidFill>
                        <a:effectLst/>
                        <a:latin typeface="Segoe UI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SLO</a:t>
                      </a:r>
                      <a:endParaRPr lang="en-AU" sz="1100" b="1" i="0" u="none" strike="noStrike">
                        <a:solidFill>
                          <a:schemeClr val="bg1"/>
                        </a:solidFill>
                        <a:effectLst/>
                        <a:latin typeface="Segoe UI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Status</a:t>
                      </a:r>
                      <a:endParaRPr lang="en-AU" sz="1100" b="1" i="0" u="none" strike="noStrike">
                        <a:solidFill>
                          <a:schemeClr val="bg1"/>
                        </a:solidFill>
                        <a:effectLst/>
                        <a:latin typeface="Segoe UI"/>
                      </a:endParaRPr>
                    </a:p>
                  </a:txBody>
                  <a:tcPr marL="6350" marR="6350" marT="6350" marB="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804433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BNI GL Interface Kurs Harian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0.8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2.98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0.06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45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92.5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7.5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3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Healthy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281831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Update Subledger Accounting Balances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0.19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1.61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5.72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4257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99.98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0.02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3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Healthy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11120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Posting: Single Ledger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0.17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1.18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65.6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48808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99.99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0.01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Healthy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246798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BNI FAH </a:t>
                      </a:r>
                      <a:r>
                        <a:rPr lang="en-AU" sz="1100" u="none" strike="noStrike" err="1">
                          <a:effectLst/>
                        </a:rPr>
                        <a:t>Laporan</a:t>
                      </a:r>
                      <a:r>
                        <a:rPr lang="en-AU" sz="1100" u="none" strike="noStrike">
                          <a:effectLst/>
                        </a:rPr>
                        <a:t> </a:t>
                      </a:r>
                      <a:r>
                        <a:rPr lang="en-AU" sz="1100" u="none" strike="noStrike" err="1">
                          <a:effectLst/>
                        </a:rPr>
                        <a:t>Konfigurasi</a:t>
                      </a:r>
                      <a:endParaRPr lang="en-AU" sz="1100" b="0" i="0" u="none" strike="noStrike" err="1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0.55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0.72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3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100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180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Healthy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565430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Validate Application Accounting Definitions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39.16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188.49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0.02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17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94.12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5.88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180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Warning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129234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Posting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0.51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2.19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0.17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125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100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Warning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201437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Report Set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33.09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453.45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2.58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1921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54.14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1.05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80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Critical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065802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Journal Import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0.23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11.01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65.65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48843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99.93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0.01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Critical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230053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BNI FAH Journal Reversal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30.89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263.76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0.06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44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100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30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Critical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05868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Transfer Journal Entries to GL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3.62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46.72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0.19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141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96.3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1.48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Critical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047183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FAH Process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4.67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49.19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10.55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7846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99.99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0.01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Critical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206855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Create Accounting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2.15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43.02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68.2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50741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92.73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0.19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3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Critical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546399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Accounting Program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5.27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50.72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11.89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8843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53.44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0.43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3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Critical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923202"/>
                  </a:ext>
                </a:extLst>
              </a:tr>
              <a:tr h="4398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BNI GL </a:t>
                      </a:r>
                      <a:r>
                        <a:rPr lang="en-AU" sz="1100" u="none" strike="noStrike" err="1">
                          <a:effectLst/>
                        </a:rPr>
                        <a:t>Laporan</a:t>
                      </a:r>
                      <a:r>
                        <a:rPr lang="en-AU" sz="1100" u="none" strike="noStrike">
                          <a:effectLst/>
                        </a:rPr>
                        <a:t> </a:t>
                      </a:r>
                      <a:r>
                        <a:rPr lang="en-AU" sz="1100" u="none" strike="noStrike" err="1">
                          <a:effectLst/>
                        </a:rPr>
                        <a:t>Jurnal</a:t>
                      </a:r>
                      <a:r>
                        <a:rPr lang="en-AU" sz="1100" u="none" strike="noStrike">
                          <a:effectLst/>
                        </a:rPr>
                        <a:t> </a:t>
                      </a:r>
                      <a:r>
                        <a:rPr lang="en-AU" sz="1100" u="none" strike="noStrike" err="1">
                          <a:effectLst/>
                        </a:rPr>
                        <a:t>Transaksi</a:t>
                      </a:r>
                      <a:r>
                        <a:rPr lang="en-AU" sz="1100" u="none" strike="noStrike">
                          <a:effectLst/>
                        </a:rPr>
                        <a:t> per Entity V2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21.15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519.99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0.95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704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95.58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30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Critical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280778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Depreciation Run*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22.75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622.78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0.12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89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98.88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1.12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30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Critical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47131"/>
                  </a:ext>
                </a:extLst>
              </a:tr>
              <a:tr h="2199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Gather Schema Statistics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141.77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708.47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0.11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81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98.41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20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AU" sz="1100" u="none" strike="noStrike">
                          <a:effectLst/>
                        </a:rPr>
                        <a:t>Critical </a:t>
                      </a:r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733169"/>
                  </a:ext>
                </a:extLst>
              </a:tr>
            </a:tbl>
          </a:graphicData>
        </a:graphic>
      </p:graphicFrame>
      <p:pic>
        <p:nvPicPr>
          <p:cNvPr id="6" name="Picture 5" descr="Asset 1.png">
            <a:extLst>
              <a:ext uri="{FF2B5EF4-FFF2-40B4-BE49-F238E27FC236}">
                <a16:creationId xmlns:a16="http://schemas.microsoft.com/office/drawing/2014/main" id="{5E555807-259B-1B53-15C8-B297076D51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276647" y="5686908"/>
            <a:ext cx="1809750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373AC8-F09B-25C7-1160-87F552697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58C3084-0817-3CB6-4456-11592DD3FF8A}"/>
              </a:ext>
            </a:extLst>
          </p:cNvPr>
          <p:cNvSpPr/>
          <p:nvPr/>
        </p:nvSpPr>
        <p:spPr>
          <a:xfrm>
            <a:off x="-502920" y="-502920"/>
            <a:ext cx="1005840" cy="1005840"/>
          </a:xfrm>
          <a:prstGeom prst="ellipse">
            <a:avLst/>
          </a:prstGeom>
          <a:solidFill>
            <a:srgbClr val="EC5A22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34095EE-8445-B76E-1038-E2C2A076DCA0}"/>
              </a:ext>
            </a:extLst>
          </p:cNvPr>
          <p:cNvSpPr/>
          <p:nvPr/>
        </p:nvSpPr>
        <p:spPr>
          <a:xfrm>
            <a:off x="502920" y="3840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C5A22"/>
                </a:solidFill>
                <a:latin typeface="Poppins SemiBold"/>
                <a:cs typeface="Poppins SemiBold"/>
              </a:rPr>
              <a:t>06</a:t>
            </a:r>
            <a:endParaRPr lang="en-US" sz="15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BCE8BB6-7976-D84B-6BCE-8308B65FEEC5}"/>
              </a:ext>
            </a:extLst>
          </p:cNvPr>
          <p:cNvSpPr/>
          <p:nvPr/>
        </p:nvSpPr>
        <p:spPr>
          <a:xfrm>
            <a:off x="778053" y="6535986"/>
            <a:ext cx="5943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00" i="1">
                <a:solidFill>
                  <a:srgbClr val="8A9BA3"/>
                </a:solidFill>
                <a:latin typeface="Open Sans"/>
                <a:ea typeface="Open Sans"/>
                <a:cs typeface="Open Sans"/>
              </a:rPr>
              <a:t>EFS Monthly Health Report  |  August 2026  |  Confidential</a:t>
            </a:r>
            <a:endParaRPr lang="en-US" sz="800">
              <a:latin typeface="Open Sans"/>
              <a:ea typeface="Open Sans"/>
              <a:cs typeface="Open Sans"/>
            </a:endParaRPr>
          </a:p>
        </p:txBody>
      </p:sp>
      <p:pic>
        <p:nvPicPr>
          <p:cNvPr id="10" name="Picture 9" descr="Asset 1.png">
            <a:extLst>
              <a:ext uri="{FF2B5EF4-FFF2-40B4-BE49-F238E27FC236}">
                <a16:creationId xmlns:a16="http://schemas.microsoft.com/office/drawing/2014/main" id="{384E8D95-C7E9-AEBA-B853-EF63F995BC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276647" y="5686908"/>
            <a:ext cx="1809750" cy="11715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3CA802-2B57-5730-0593-34A9DA6D7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2792" y="175758"/>
            <a:ext cx="1273629" cy="334283"/>
          </a:xfrm>
          <a:prstGeom prst="rect">
            <a:avLst/>
          </a:prstGeom>
        </p:spPr>
      </p:pic>
      <p:sp>
        <p:nvSpPr>
          <p:cNvPr id="7" name="Text 5">
            <a:extLst>
              <a:ext uri="{FF2B5EF4-FFF2-40B4-BE49-F238E27FC236}">
                <a16:creationId xmlns:a16="http://schemas.microsoft.com/office/drawing/2014/main" id="{38226543-B764-8CF5-F249-942B924233D0}"/>
              </a:ext>
            </a:extLst>
          </p:cNvPr>
          <p:cNvSpPr/>
          <p:nvPr/>
        </p:nvSpPr>
        <p:spPr>
          <a:xfrm>
            <a:off x="965235" y="41119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101828"/>
                </a:solidFill>
              </a:rPr>
              <a:t>Top 10 Error: Program Job </a:t>
            </a:r>
            <a:r>
              <a:rPr lang="en-US" sz="2200" b="1">
                <a:solidFill>
                  <a:srgbClr val="EC5A22"/>
                </a:solidFill>
              </a:rPr>
              <a:t>(Genuine Errors)</a:t>
            </a:r>
            <a:endParaRPr lang="en-US" sz="220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28199921-CD3F-C9FB-20EA-58BB1D50A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249453"/>
              </p:ext>
            </p:extLst>
          </p:nvPr>
        </p:nvGraphicFramePr>
        <p:xfrm>
          <a:off x="462140" y="1191032"/>
          <a:ext cx="7763348" cy="5087257"/>
        </p:xfrm>
        <a:graphic>
          <a:graphicData uri="http://schemas.openxmlformats.org/drawingml/2006/table">
            <a:tbl>
              <a:tblPr/>
              <a:tblGrid>
                <a:gridCol w="449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7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3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29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09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0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Program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Error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Status / </a:t>
                      </a:r>
                      <a:r>
                        <a:rPr lang="en-US" sz="900" b="1" err="1">
                          <a:solidFill>
                            <a:srgbClr val="FFFFFF"/>
                          </a:solidFill>
                        </a:rPr>
                        <a:t>Penyebab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Workaround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Perm. Fix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0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1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101828"/>
                          </a:solidFill>
                        </a:rPr>
                        <a:t>Create Accounting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B42318"/>
                          </a:solidFill>
                        </a:rPr>
                        <a:t>96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ORA-0000: normal, successful completion (error on child program)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Cek log,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identifikasi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request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gagal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, submit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ulang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manual via EBS (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SystemEFS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→ Requests → Submit)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3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2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101828"/>
                          </a:solidFill>
                        </a:rPr>
                        <a:t>Accounting Program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B42318"/>
                          </a:solidFill>
                        </a:rPr>
                        <a:t>38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20x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ValidateAAD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ORA-0000; 16x EventClass_349 ORA-01403 no data found; 2x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lainnya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Submit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ulang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secara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manual di EBS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dengan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responsibility FAH;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untuk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ORA-01403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cek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reference data EventClass_349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-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3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101828"/>
                          </a:solidFill>
                        </a:rPr>
                        <a:t>Report Set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B42318"/>
                          </a:solidFill>
                        </a:rPr>
                        <a:t>20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18x outcome Error stage Mass Additions Post; 1x stage Depreciation Run; 1x no reason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Submit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ulang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Report Set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secara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manual;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verifikasi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stage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penyebab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via log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4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101828"/>
                          </a:solidFill>
                        </a:rPr>
                        <a:t>Journal Import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B42318"/>
                          </a:solidFill>
                        </a:rPr>
                        <a:t>7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Program exited status 1; GLLEZL process exiting with failure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-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-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5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101828"/>
                          </a:solidFill>
                        </a:rPr>
                        <a:t>Posting: Single Ledger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B42318"/>
                          </a:solidFill>
                        </a:rPr>
                        <a:t>6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3x no reason for failure; 3x exited status 1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Submit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ulang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Posting manual via GL Super User → Journals → Post (Jika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Postable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)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>
                        <a:solidFill>
                          <a:srgbClr val="344054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5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6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101828"/>
                          </a:solidFill>
                        </a:rPr>
                        <a:t>BNI GL Interface Kurs Harian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B42318"/>
                          </a:solidFill>
                        </a:rPr>
                        <a:t>3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Concurrent Manager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gagal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start immediate program (XXCUST_GL_DAILY_RATES)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Submit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ulang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secara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manual;, BNI GL Interface Kurs Harian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344054"/>
                          </a:solidFill>
                          <a:latin typeface="Arial"/>
                          <a:cs typeface="Arial"/>
                        </a:rPr>
                        <a:t>Jadwalkan scheduler </a:t>
                      </a:r>
                      <a:r>
                        <a:rPr lang="en-US" sz="900" b="0" i="0" u="none" strike="noStrike" noProof="0" err="1">
                          <a:solidFill>
                            <a:srgbClr val="344054"/>
                          </a:solidFill>
                          <a:latin typeface="Arial"/>
                          <a:cs typeface="Arial"/>
                        </a:rPr>
                        <a:t>ulang</a:t>
                      </a:r>
                      <a:r>
                        <a:rPr lang="en-US" sz="900" b="0" i="0" u="none" strike="noStrike" noProof="0">
                          <a:solidFill>
                            <a:srgbClr val="34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900" b="0" i="0" u="none" strike="noStrike" noProof="0" err="1">
                          <a:solidFill>
                            <a:srgbClr val="344054"/>
                          </a:solidFill>
                          <a:latin typeface="Arial"/>
                          <a:cs typeface="Arial"/>
                        </a:rPr>
                        <a:t>dari</a:t>
                      </a:r>
                      <a:r>
                        <a:rPr lang="en-US" sz="900" b="0" i="0" u="none" strike="noStrike" noProof="0">
                          <a:solidFill>
                            <a:srgbClr val="34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900" b="0" i="0" u="none" strike="noStrike" noProof="0" err="1">
                          <a:solidFill>
                            <a:srgbClr val="344054"/>
                          </a:solidFill>
                          <a:latin typeface="Arial"/>
                          <a:cs typeface="Arial"/>
                        </a:rPr>
                        <a:t>pukul</a:t>
                      </a:r>
                      <a:r>
                        <a:rPr lang="en-US" sz="900" b="0" i="0" u="none" strike="noStrike" noProof="0">
                          <a:solidFill>
                            <a:srgbClr val="344054"/>
                          </a:solidFill>
                          <a:latin typeface="Arial"/>
                          <a:cs typeface="Arial"/>
                        </a:rPr>
                        <a:t> 18.00 </a:t>
                      </a:r>
                      <a:r>
                        <a:rPr lang="en-US" sz="900" b="0" i="0" u="none" strike="noStrike" noProof="0" err="1">
                          <a:solidFill>
                            <a:srgbClr val="344054"/>
                          </a:solidFill>
                          <a:latin typeface="Arial"/>
                          <a:cs typeface="Arial"/>
                        </a:rPr>
                        <a:t>menjadi</a:t>
                      </a:r>
                      <a:r>
                        <a:rPr lang="en-US" sz="900" b="0" i="0" u="none" strike="noStrike" noProof="0">
                          <a:solidFill>
                            <a:srgbClr val="344054"/>
                          </a:solidFill>
                          <a:latin typeface="Arial"/>
                          <a:cs typeface="Arial"/>
                        </a:rPr>
                        <a:t> 18.30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5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7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101828"/>
                          </a:solidFill>
                        </a:rPr>
                        <a:t>Transfer Journal Entries to GL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B42318"/>
                          </a:solidFill>
                        </a:rPr>
                        <a:t>2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ORA-06502: PL/SQL numeric or value error; character string buffer too small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-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9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8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101828"/>
                          </a:solidFill>
                        </a:rPr>
                        <a:t>FAH Process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B42318"/>
                          </a:solidFill>
                        </a:rPr>
                        <a:t>1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Concurrent program returned no reason for failure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Submit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ulang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</a:t>
                      </a:r>
                      <a:r>
                        <a:rPr lang="en-US" sz="900" err="1">
                          <a:solidFill>
                            <a:srgbClr val="344054"/>
                          </a:solidFill>
                        </a:rPr>
                        <a:t>secara</a:t>
                      </a: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 manual via EBS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-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39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9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101828"/>
                          </a:solidFill>
                        </a:rPr>
                        <a:t>BNI GL Lap. </a:t>
                      </a:r>
                      <a:r>
                        <a:rPr lang="en-US" sz="900" b="1" err="1">
                          <a:solidFill>
                            <a:srgbClr val="101828"/>
                          </a:solidFill>
                        </a:rPr>
                        <a:t>Jurnal</a:t>
                      </a:r>
                      <a:r>
                        <a:rPr lang="en-US" sz="900" b="1">
                          <a:solidFill>
                            <a:srgbClr val="101828"/>
                          </a:solidFill>
                        </a:rPr>
                        <a:t> </a:t>
                      </a:r>
                      <a:r>
                        <a:rPr lang="en-US" sz="900" b="1" err="1">
                          <a:solidFill>
                            <a:srgbClr val="101828"/>
                          </a:solidFill>
                        </a:rPr>
                        <a:t>Trx</a:t>
                      </a:r>
                      <a:r>
                        <a:rPr lang="en-US" sz="900" b="1">
                          <a:solidFill>
                            <a:srgbClr val="101828"/>
                          </a:solidFill>
                        </a:rPr>
                        <a:t> Entity V2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B42318"/>
                          </a:solidFill>
                        </a:rPr>
                        <a:t>1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Concurrent program returned no reason for failure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-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-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2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10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101828"/>
                          </a:solidFill>
                        </a:rPr>
                        <a:t>Update Subledger Acct Balances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B42318"/>
                          </a:solidFill>
                        </a:rPr>
                        <a:t>1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Concurrent program returned no reason for failure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-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344054"/>
                          </a:solidFill>
                        </a:rPr>
                        <a:t>-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9" name="Chart 0">
            <a:extLst>
              <a:ext uri="{FF2B5EF4-FFF2-40B4-BE49-F238E27FC236}">
                <a16:creationId xmlns:a16="http://schemas.microsoft.com/office/drawing/2014/main" id="{0F06A398-15A9-7B93-DEA0-D14F36AB0D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743544"/>
              </p:ext>
            </p:extLst>
          </p:nvPr>
        </p:nvGraphicFramePr>
        <p:xfrm>
          <a:off x="8230547" y="1230446"/>
          <a:ext cx="3565003" cy="4400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636121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8480A9-EABB-E306-8A7C-788230002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CC7054-EE72-376C-0E3E-B403B950BEAB}"/>
              </a:ext>
            </a:extLst>
          </p:cNvPr>
          <p:cNvSpPr/>
          <p:nvPr/>
        </p:nvSpPr>
        <p:spPr>
          <a:xfrm>
            <a:off x="-502920" y="-502920"/>
            <a:ext cx="1005840" cy="1005840"/>
          </a:xfrm>
          <a:prstGeom prst="ellipse">
            <a:avLst/>
          </a:prstGeom>
          <a:solidFill>
            <a:srgbClr val="EC5A22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64752A5-491C-4690-11B3-76F3D7AFCFC7}"/>
              </a:ext>
            </a:extLst>
          </p:cNvPr>
          <p:cNvSpPr/>
          <p:nvPr/>
        </p:nvSpPr>
        <p:spPr>
          <a:xfrm>
            <a:off x="502920" y="3840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C5A22"/>
                </a:solidFill>
                <a:latin typeface="Poppins SemiBold"/>
                <a:cs typeface="Poppins SemiBold"/>
              </a:rPr>
              <a:t>07</a:t>
            </a:r>
            <a:endParaRPr lang="en-US" sz="15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1FC6742-3CD1-755C-B2E1-90F563D72114}"/>
              </a:ext>
            </a:extLst>
          </p:cNvPr>
          <p:cNvSpPr/>
          <p:nvPr/>
        </p:nvSpPr>
        <p:spPr>
          <a:xfrm>
            <a:off x="961984" y="6535986"/>
            <a:ext cx="5943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A9BA3"/>
                </a:solidFill>
                <a:latin typeface="Open Sans"/>
                <a:ea typeface="Open Sans"/>
                <a:cs typeface="Open Sans"/>
              </a:rPr>
              <a:t>EFS Monthly Health Report  |  August 2026  |  Confidential</a:t>
            </a:r>
            <a:endParaRPr lang="en-US" sz="800">
              <a:latin typeface="Open Sans"/>
              <a:ea typeface="Open Sans"/>
              <a:cs typeface="Open Sans"/>
            </a:endParaRPr>
          </a:p>
        </p:txBody>
      </p:sp>
      <p:pic>
        <p:nvPicPr>
          <p:cNvPr id="10" name="Picture 9" descr="Asset 1.png">
            <a:extLst>
              <a:ext uri="{FF2B5EF4-FFF2-40B4-BE49-F238E27FC236}">
                <a16:creationId xmlns:a16="http://schemas.microsoft.com/office/drawing/2014/main" id="{BD113201-81F0-23DB-6A7F-B4EC8B071A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276647" y="5686908"/>
            <a:ext cx="1809750" cy="11715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A0D456-62FD-7658-3B96-9130C8A2F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0649" y="379866"/>
            <a:ext cx="1273629" cy="334283"/>
          </a:xfrm>
          <a:prstGeom prst="rect">
            <a:avLst/>
          </a:prstGeom>
        </p:spPr>
      </p:pic>
      <p:sp>
        <p:nvSpPr>
          <p:cNvPr id="5" name="Text 4">
            <a:extLst>
              <a:ext uri="{FF2B5EF4-FFF2-40B4-BE49-F238E27FC236}">
                <a16:creationId xmlns:a16="http://schemas.microsoft.com/office/drawing/2014/main" id="{67B1B8D9-E64F-4D30-29BC-91395AAAA3F7}"/>
              </a:ext>
            </a:extLst>
          </p:cNvPr>
          <p:cNvSpPr/>
          <p:nvPr/>
        </p:nvSpPr>
        <p:spPr>
          <a:xfrm>
            <a:off x="957434" y="389062"/>
            <a:ext cx="9034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218393"/>
                </a:solidFill>
              </a:rPr>
              <a:t>Top 5 Slowest Program: Response Time (P95)</a:t>
            </a:r>
            <a:endParaRPr lang="en-US" sz="260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F2F1912A-9E69-9DD8-BF96-BD06126039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494308"/>
              </p:ext>
            </p:extLst>
          </p:nvPr>
        </p:nvGraphicFramePr>
        <p:xfrm>
          <a:off x="773043" y="1366467"/>
          <a:ext cx="7027667" cy="4311255"/>
        </p:xfrm>
        <a:graphic>
          <a:graphicData uri="http://schemas.openxmlformats.org/drawingml/2006/table">
            <a:tbl>
              <a:tblPr/>
              <a:tblGrid>
                <a:gridCol w="272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6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4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23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82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651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Program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P95 (min)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P99 (min)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Total Hit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Total Error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Durasi Normal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92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1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>
                          <a:solidFill>
                            <a:srgbClr val="101828"/>
                          </a:solidFill>
                        </a:rPr>
                        <a:t>Report Set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101828"/>
                          </a:solidFill>
                        </a:rPr>
                        <a:t>63,20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67,30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1907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B42318"/>
                          </a:solidFill>
                        </a:rPr>
                        <a:t>20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80 mnt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67647"/>
                          </a:solidFill>
                        </a:rPr>
                        <a:t>Healthy</a:t>
                      </a:r>
                      <a:endParaRPr lang="en-US" sz="75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92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2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>
                          <a:solidFill>
                            <a:srgbClr val="101828"/>
                          </a:solidFill>
                        </a:rPr>
                        <a:t>Validate App Acct Definitions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101828"/>
                          </a:solidFill>
                        </a:rPr>
                        <a:t>39,19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39,19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17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B42318"/>
                          </a:solidFill>
                        </a:rPr>
                        <a:t>1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180 mnt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67647"/>
                          </a:solidFill>
                        </a:rPr>
                        <a:t>Healthy</a:t>
                      </a:r>
                      <a:endParaRPr lang="en-US" sz="75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92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3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>
                          <a:solidFill>
                            <a:srgbClr val="101828"/>
                          </a:solidFill>
                        </a:rPr>
                        <a:t>BNI GL Lap. Jurnal Trx Entity V2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101828"/>
                          </a:solidFill>
                        </a:rPr>
                        <a:t>28,40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29,39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681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B42318"/>
                          </a:solidFill>
                        </a:rPr>
                        <a:t>1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30 mnt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67647"/>
                          </a:solidFill>
                        </a:rPr>
                        <a:t>Healthy</a:t>
                      </a:r>
                      <a:endParaRPr lang="en-US" sz="75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92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4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>
                          <a:solidFill>
                            <a:srgbClr val="101828"/>
                          </a:solidFill>
                        </a:rPr>
                        <a:t>BNI FAH Journal Reversal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101828"/>
                          </a:solidFill>
                        </a:rPr>
                        <a:t>28,15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28,15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41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6CE9A6"/>
                          </a:solidFill>
                        </a:rPr>
                        <a:t>0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30 mnt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67647"/>
                          </a:solidFill>
                        </a:rPr>
                        <a:t>Healthy</a:t>
                      </a:r>
                      <a:endParaRPr lang="en-US" sz="75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92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C5A22"/>
                          </a:solidFill>
                        </a:rPr>
                        <a:t>5</a:t>
                      </a:r>
                      <a:endParaRPr lang="en-US" sz="9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>
                          <a:solidFill>
                            <a:srgbClr val="101828"/>
                          </a:solidFill>
                        </a:rPr>
                        <a:t>Accounting Program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B42318"/>
                          </a:solidFill>
                        </a:rPr>
                        <a:t>23,23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24,09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7609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B42318"/>
                          </a:solidFill>
                        </a:rPr>
                        <a:t>38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>
                          <a:solidFill>
                            <a:srgbClr val="344054"/>
                          </a:solidFill>
                        </a:rPr>
                        <a:t>3 mnt</a:t>
                      </a:r>
                      <a:endParaRPr lang="en-US" sz="80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B42318"/>
                          </a:solidFill>
                        </a:rPr>
                        <a:t>Critical</a:t>
                      </a:r>
                      <a:endParaRPr lang="en-US" sz="750"/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Chart 0">
            <a:extLst>
              <a:ext uri="{FF2B5EF4-FFF2-40B4-BE49-F238E27FC236}">
                <a16:creationId xmlns:a16="http://schemas.microsoft.com/office/drawing/2014/main" id="{CB36E1C5-EBE7-AD9D-EA96-131BC2DAE6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2768861"/>
              </p:ext>
            </p:extLst>
          </p:nvPr>
        </p:nvGraphicFramePr>
        <p:xfrm>
          <a:off x="8105888" y="1378329"/>
          <a:ext cx="3325765" cy="4096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12877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C5A22"/>
                </a:solidFill>
              </a:rPr>
              <a:t>08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1005840" y="21945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>
                <a:solidFill>
                  <a:srgbClr val="218393"/>
                </a:solidFill>
              </a:rPr>
              <a:t>Improvement: Observed Gains dan Required Actions</a:t>
            </a:r>
            <a:endParaRPr lang="en-US" sz="2200"/>
          </a:p>
        </p:txBody>
      </p:sp>
      <p:pic>
        <p:nvPicPr>
          <p:cNvPr id="4" name="Image 0" descr="/mnt/data/final5_work/tpl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06502"/>
            <a:ext cx="1280160" cy="3368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914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E9E5B"/>
                </a:solidFill>
              </a:rPr>
              <a:t>Observed Improvements</a:t>
            </a:r>
            <a:endParaRPr lang="en-US" sz="1800"/>
          </a:p>
        </p:txBody>
      </p:sp>
      <p:sp>
        <p:nvSpPr>
          <p:cNvPr id="6" name="Shape 3"/>
          <p:cNvSpPr/>
          <p:nvPr/>
        </p:nvSpPr>
        <p:spPr>
          <a:xfrm>
            <a:off x="594360" y="1417320"/>
            <a:ext cx="23317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31520" y="152704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>
                <a:solidFill>
                  <a:srgbClr val="2E9E5B"/>
                </a:solidFill>
              </a:rPr>
              <a:t>232.394 → 0</a:t>
            </a:r>
            <a:endParaRPr lang="en-US" sz="2100"/>
          </a:p>
        </p:txBody>
      </p:sp>
      <p:sp>
        <p:nvSpPr>
          <p:cNvPr id="8" name="Text 5"/>
          <p:cNvSpPr/>
          <p:nvPr/>
        </p:nvSpPr>
        <p:spPr>
          <a:xfrm>
            <a:off x="731520" y="192938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62626"/>
                </a:solidFill>
              </a:rPr>
              <a:t>XLA Error</a:t>
            </a:r>
            <a:endParaRPr lang="en-US" sz="1050"/>
          </a:p>
        </p:txBody>
      </p:sp>
      <p:sp>
        <p:nvSpPr>
          <p:cNvPr id="9" name="Text 6"/>
          <p:cNvSpPr/>
          <p:nvPr/>
        </p:nvSpPr>
        <p:spPr>
          <a:xfrm>
            <a:off x="731520" y="2203704"/>
            <a:ext cx="2057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>
                <a:solidFill>
                  <a:srgbClr val="8A9BA3"/>
                </a:solidFill>
              </a:rPr>
              <a:t>Improvement pada XLA event status </a:t>
            </a:r>
            <a:r>
              <a:rPr lang="en-US" sz="850" err="1">
                <a:solidFill>
                  <a:srgbClr val="8A9BA3"/>
                </a:solidFill>
              </a:rPr>
              <a:t>dari</a:t>
            </a:r>
            <a:r>
              <a:rPr lang="en-US" sz="850">
                <a:solidFill>
                  <a:srgbClr val="8A9BA3"/>
                </a:solidFill>
              </a:rPr>
              <a:t> Juli </a:t>
            </a:r>
            <a:r>
              <a:rPr lang="en-US" sz="850" err="1">
                <a:solidFill>
                  <a:srgbClr val="8A9BA3"/>
                </a:solidFill>
              </a:rPr>
              <a:t>ke</a:t>
            </a:r>
            <a:r>
              <a:rPr lang="en-US" sz="850">
                <a:solidFill>
                  <a:srgbClr val="8A9BA3"/>
                </a:solidFill>
              </a:rPr>
              <a:t> Agustus, </a:t>
            </a:r>
            <a:r>
              <a:rPr lang="en-US" sz="850" err="1">
                <a:solidFill>
                  <a:srgbClr val="8A9BA3"/>
                </a:solidFill>
              </a:rPr>
              <a:t>tidak</a:t>
            </a:r>
            <a:r>
              <a:rPr lang="en-US" sz="850">
                <a:solidFill>
                  <a:srgbClr val="8A9BA3"/>
                </a:solidFill>
              </a:rPr>
              <a:t> </a:t>
            </a:r>
            <a:r>
              <a:rPr lang="en-US" sz="850" err="1">
                <a:solidFill>
                  <a:srgbClr val="8A9BA3"/>
                </a:solidFill>
              </a:rPr>
              <a:t>ada</a:t>
            </a:r>
            <a:r>
              <a:rPr lang="en-US" sz="850">
                <a:solidFill>
                  <a:srgbClr val="8A9BA3"/>
                </a:solidFill>
              </a:rPr>
              <a:t> XLA Error</a:t>
            </a:r>
            <a:endParaRPr lang="en-US" sz="850"/>
          </a:p>
        </p:txBody>
      </p:sp>
      <p:sp>
        <p:nvSpPr>
          <p:cNvPr id="10" name="Shape 7"/>
          <p:cNvSpPr/>
          <p:nvPr/>
        </p:nvSpPr>
        <p:spPr>
          <a:xfrm>
            <a:off x="3127248" y="1417320"/>
            <a:ext cx="23317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264407" y="1527048"/>
            <a:ext cx="23317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2E9E5B"/>
                </a:solidFill>
              </a:rPr>
              <a:t>82,25% → 68,09%</a:t>
            </a:r>
            <a:endParaRPr lang="en-US" sz="2000"/>
          </a:p>
        </p:txBody>
      </p:sp>
      <p:sp>
        <p:nvSpPr>
          <p:cNvPr id="12" name="Text 9"/>
          <p:cNvSpPr/>
          <p:nvPr/>
        </p:nvSpPr>
        <p:spPr>
          <a:xfrm>
            <a:off x="3264408" y="192938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62626"/>
                </a:solidFill>
              </a:rPr>
              <a:t>Disk efsdbsdr01</a:t>
            </a:r>
            <a:endParaRPr lang="en-US" sz="1050"/>
          </a:p>
        </p:txBody>
      </p:sp>
      <p:sp>
        <p:nvSpPr>
          <p:cNvPr id="13" name="Text 10"/>
          <p:cNvSpPr/>
          <p:nvPr/>
        </p:nvSpPr>
        <p:spPr>
          <a:xfrm>
            <a:off x="3264408" y="2203704"/>
            <a:ext cx="2057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>
                <a:solidFill>
                  <a:srgbClr val="8A9BA3"/>
                </a:solidFill>
              </a:rPr>
              <a:t>Capacity condition </a:t>
            </a:r>
            <a:r>
              <a:rPr lang="en-US" sz="850" err="1">
                <a:solidFill>
                  <a:srgbClr val="8A9BA3"/>
                </a:solidFill>
              </a:rPr>
              <a:t>terpantau</a:t>
            </a:r>
            <a:r>
              <a:rPr lang="en-US" sz="850">
                <a:solidFill>
                  <a:srgbClr val="8A9BA3"/>
                </a:solidFill>
              </a:rPr>
              <a:t> </a:t>
            </a:r>
            <a:r>
              <a:rPr lang="en-US" sz="850" err="1">
                <a:solidFill>
                  <a:srgbClr val="8A9BA3"/>
                </a:solidFill>
              </a:rPr>
              <a:t>membaik.dibandingkan</a:t>
            </a:r>
            <a:r>
              <a:rPr lang="en-US" sz="850">
                <a:solidFill>
                  <a:srgbClr val="8A9BA3"/>
                </a:solidFill>
              </a:rPr>
              <a:t> </a:t>
            </a:r>
            <a:r>
              <a:rPr lang="en-US" sz="850" err="1">
                <a:solidFill>
                  <a:srgbClr val="8A9BA3"/>
                </a:solidFill>
              </a:rPr>
              <a:t>bulan</a:t>
            </a:r>
            <a:r>
              <a:rPr lang="en-US" sz="850">
                <a:solidFill>
                  <a:srgbClr val="8A9BA3"/>
                </a:solidFill>
              </a:rPr>
              <a:t> Juli</a:t>
            </a:r>
            <a:endParaRPr lang="en-US" sz="850"/>
          </a:p>
        </p:txBody>
      </p:sp>
      <p:sp>
        <p:nvSpPr>
          <p:cNvPr id="14" name="Shape 11"/>
          <p:cNvSpPr/>
          <p:nvPr/>
        </p:nvSpPr>
        <p:spPr>
          <a:xfrm>
            <a:off x="594360" y="2761488"/>
            <a:ext cx="23317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31520" y="287121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>
                <a:solidFill>
                  <a:srgbClr val="2E9E5B"/>
                </a:solidFill>
              </a:rPr>
              <a:t>2,32 → 1,44 min</a:t>
            </a:r>
            <a:endParaRPr lang="en-US" sz="2100"/>
          </a:p>
        </p:txBody>
      </p:sp>
      <p:sp>
        <p:nvSpPr>
          <p:cNvPr id="16" name="Text 13"/>
          <p:cNvSpPr/>
          <p:nvPr/>
        </p:nvSpPr>
        <p:spPr>
          <a:xfrm>
            <a:off x="731520" y="32735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62626"/>
                </a:solidFill>
              </a:rPr>
              <a:t>Journal Import P99</a:t>
            </a:r>
            <a:endParaRPr lang="en-US" sz="1050"/>
          </a:p>
        </p:txBody>
      </p:sp>
      <p:sp>
        <p:nvSpPr>
          <p:cNvPr id="17" name="Text 14"/>
          <p:cNvSpPr/>
          <p:nvPr/>
        </p:nvSpPr>
        <p:spPr>
          <a:xfrm>
            <a:off x="731520" y="3547872"/>
            <a:ext cx="2057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>
                <a:solidFill>
                  <a:srgbClr val="8A9BA3"/>
                </a:solidFill>
              </a:rPr>
              <a:t>Latency </a:t>
            </a:r>
            <a:r>
              <a:rPr lang="en-US" sz="850" err="1">
                <a:solidFill>
                  <a:srgbClr val="8A9BA3"/>
                </a:solidFill>
              </a:rPr>
              <a:t>membaik</a:t>
            </a:r>
            <a:r>
              <a:rPr lang="en-US" sz="850">
                <a:solidFill>
                  <a:srgbClr val="8A9BA3"/>
                </a:solidFill>
              </a:rPr>
              <a:t> </a:t>
            </a:r>
            <a:r>
              <a:rPr lang="en-US" sz="850" err="1">
                <a:solidFill>
                  <a:srgbClr val="8A9BA3"/>
                </a:solidFill>
              </a:rPr>
              <a:t>meski</a:t>
            </a:r>
            <a:r>
              <a:rPr lang="en-US" sz="850">
                <a:solidFill>
                  <a:srgbClr val="8A9BA3"/>
                </a:solidFill>
              </a:rPr>
              <a:t> volume </a:t>
            </a:r>
            <a:r>
              <a:rPr lang="en-US" sz="850" err="1">
                <a:solidFill>
                  <a:srgbClr val="8A9BA3"/>
                </a:solidFill>
              </a:rPr>
              <a:t>transaksi</a:t>
            </a:r>
            <a:r>
              <a:rPr lang="en-US" sz="850">
                <a:solidFill>
                  <a:srgbClr val="8A9BA3"/>
                </a:solidFill>
              </a:rPr>
              <a:t> naik +129% pada </a:t>
            </a:r>
            <a:r>
              <a:rPr lang="en-US" sz="850" err="1">
                <a:solidFill>
                  <a:srgbClr val="8A9BA3"/>
                </a:solidFill>
              </a:rPr>
              <a:t>bulan</a:t>
            </a:r>
            <a:r>
              <a:rPr lang="en-US" sz="850">
                <a:solidFill>
                  <a:srgbClr val="8A9BA3"/>
                </a:solidFill>
              </a:rPr>
              <a:t> Agustus. (slide 5)</a:t>
            </a:r>
            <a:endParaRPr lang="en-US" sz="850"/>
          </a:p>
        </p:txBody>
      </p:sp>
      <p:sp>
        <p:nvSpPr>
          <p:cNvPr id="18" name="Shape 15"/>
          <p:cNvSpPr/>
          <p:nvPr/>
        </p:nvSpPr>
        <p:spPr>
          <a:xfrm>
            <a:off x="3127248" y="2761488"/>
            <a:ext cx="23317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3264408" y="287121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100" b="1">
                <a:solidFill>
                  <a:srgbClr val="EC5A22"/>
                </a:solidFill>
              </a:rPr>
              <a:t>450.007 → 1.034.245</a:t>
            </a:r>
            <a:endParaRPr lang="en-US" sz="2100"/>
          </a:p>
        </p:txBody>
      </p:sp>
      <p:sp>
        <p:nvSpPr>
          <p:cNvPr id="20" name="Text 17"/>
          <p:cNvSpPr/>
          <p:nvPr/>
        </p:nvSpPr>
        <p:spPr>
          <a:xfrm>
            <a:off x="3264408" y="32735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62626"/>
                </a:solidFill>
              </a:rPr>
              <a:t>Peak XLA Residual</a:t>
            </a:r>
            <a:endParaRPr lang="en-US" sz="1050"/>
          </a:p>
        </p:txBody>
      </p:sp>
      <p:sp>
        <p:nvSpPr>
          <p:cNvPr id="21" name="Text 18"/>
          <p:cNvSpPr/>
          <p:nvPr/>
        </p:nvSpPr>
        <p:spPr>
          <a:xfrm>
            <a:off x="3264408" y="3547872"/>
            <a:ext cx="2057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>
                <a:solidFill>
                  <a:srgbClr val="8A9BA3"/>
                </a:solidFill>
              </a:rPr>
              <a:t>Peak </a:t>
            </a:r>
            <a:r>
              <a:rPr lang="en-US" sz="850" err="1">
                <a:solidFill>
                  <a:srgbClr val="8A9BA3"/>
                </a:solidFill>
              </a:rPr>
              <a:t>lebih</a:t>
            </a:r>
            <a:r>
              <a:rPr lang="en-US" sz="850">
                <a:solidFill>
                  <a:srgbClr val="8A9BA3"/>
                </a:solidFill>
              </a:rPr>
              <a:t> </a:t>
            </a:r>
            <a:r>
              <a:rPr lang="en-US" sz="850" err="1">
                <a:solidFill>
                  <a:srgbClr val="8A9BA3"/>
                </a:solidFill>
              </a:rPr>
              <a:t>rendah</a:t>
            </a:r>
            <a:r>
              <a:rPr lang="en-US" sz="850">
                <a:solidFill>
                  <a:srgbClr val="8A9BA3"/>
                </a:solidFill>
              </a:rPr>
              <a:t>, </a:t>
            </a:r>
            <a:r>
              <a:rPr lang="en-US" sz="850" err="1">
                <a:solidFill>
                  <a:srgbClr val="8A9BA3"/>
                </a:solidFill>
              </a:rPr>
              <a:t>namun</a:t>
            </a:r>
            <a:r>
              <a:rPr lang="en-US" sz="850">
                <a:solidFill>
                  <a:srgbClr val="8A9BA3"/>
                </a:solidFill>
              </a:rPr>
              <a:t> </a:t>
            </a:r>
            <a:r>
              <a:rPr lang="en-US" sz="850" err="1">
                <a:solidFill>
                  <a:srgbClr val="8A9BA3"/>
                </a:solidFill>
              </a:rPr>
              <a:t>terjadi</a:t>
            </a:r>
            <a:r>
              <a:rPr lang="en-US" sz="850">
                <a:solidFill>
                  <a:srgbClr val="8A9BA3"/>
                </a:solidFill>
              </a:rPr>
              <a:t> </a:t>
            </a:r>
            <a:r>
              <a:rPr lang="en-US" sz="850" err="1">
                <a:solidFill>
                  <a:srgbClr val="8A9BA3"/>
                </a:solidFill>
              </a:rPr>
              <a:t>saat</a:t>
            </a:r>
            <a:r>
              <a:rPr lang="en-US" sz="850">
                <a:solidFill>
                  <a:srgbClr val="8A9BA3"/>
                </a:solidFill>
              </a:rPr>
              <a:t> month-end. (slide 5)</a:t>
            </a:r>
            <a:endParaRPr lang="en-US" sz="850"/>
          </a:p>
        </p:txBody>
      </p:sp>
      <p:sp>
        <p:nvSpPr>
          <p:cNvPr id="22" name="Shape 19"/>
          <p:cNvSpPr/>
          <p:nvPr/>
        </p:nvSpPr>
        <p:spPr>
          <a:xfrm>
            <a:off x="5897880" y="868680"/>
            <a:ext cx="0" cy="5257800"/>
          </a:xfrm>
          <a:prstGeom prst="line">
            <a:avLst/>
          </a:prstGeom>
          <a:noFill/>
          <a:ln w="15240">
            <a:solidFill>
              <a:srgbClr val="D8E1E5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6236208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EC5A22"/>
                </a:solidFill>
              </a:rPr>
              <a:t>Required Actions</a:t>
            </a:r>
            <a:endParaRPr lang="en-US" sz="1800"/>
          </a:p>
        </p:txBody>
      </p:sp>
      <p:sp>
        <p:nvSpPr>
          <p:cNvPr id="25" name="Shape 21"/>
          <p:cNvSpPr/>
          <p:nvPr/>
        </p:nvSpPr>
        <p:spPr>
          <a:xfrm>
            <a:off x="685800" y="4754880"/>
            <a:ext cx="4663440" cy="914400"/>
          </a:xfrm>
          <a:prstGeom prst="roundRect">
            <a:avLst>
              <a:gd name="adj" fmla="val 4000"/>
            </a:avLst>
          </a:prstGeom>
          <a:solidFill>
            <a:srgbClr val="F3F7F8"/>
          </a:solidFill>
          <a:ln w="12700">
            <a:solidFill>
              <a:srgbClr val="DCE6E9"/>
            </a:solidFill>
            <a:prstDash val="solid"/>
          </a:ln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932688" y="4956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18393"/>
                </a:solidFill>
              </a:rPr>
              <a:t>Success criteria next month</a:t>
            </a:r>
            <a:endParaRPr lang="en-US" sz="1200"/>
          </a:p>
        </p:txBody>
      </p:sp>
      <p:sp>
        <p:nvSpPr>
          <p:cNvPr id="27" name="Text 23"/>
          <p:cNvSpPr/>
          <p:nvPr/>
        </p:nvSpPr>
        <p:spPr>
          <a:xfrm>
            <a:off x="2743200" y="48920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50">
                <a:solidFill>
                  <a:srgbClr val="262626"/>
                </a:solidFill>
              </a:rPr>
              <a:t>Tidak ada recurring CPU spike tanpa RCA; XLA residual ter-drain; telemetry lengkap; exception pipeline memiliki owner dan closure evidence.</a:t>
            </a:r>
            <a:endParaRPr lang="en-US" sz="950"/>
          </a:p>
        </p:txBody>
      </p:sp>
      <p:sp>
        <p:nvSpPr>
          <p:cNvPr id="28" name="Shape 24"/>
          <p:cNvSpPr/>
          <p:nvPr/>
        </p:nvSpPr>
        <p:spPr>
          <a:xfrm>
            <a:off x="438912" y="6419088"/>
            <a:ext cx="11292840" cy="0"/>
          </a:xfrm>
          <a:prstGeom prst="line">
            <a:avLst/>
          </a:prstGeom>
          <a:noFill/>
          <a:ln w="8890">
            <a:solidFill>
              <a:srgbClr val="D8E1E5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502920" y="6492240"/>
            <a:ext cx="7498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A9BA3"/>
                </a:solidFill>
              </a:rPr>
              <a:t>EFS Monthly Health Report  |  Agustus 2026  |  Confidential</a:t>
            </a:r>
            <a:endParaRPr lang="en-US" sz="800"/>
          </a:p>
        </p:txBody>
      </p:sp>
      <p:sp>
        <p:nvSpPr>
          <p:cNvPr id="30" name="Text 26"/>
          <p:cNvSpPr/>
          <p:nvPr/>
        </p:nvSpPr>
        <p:spPr>
          <a:xfrm>
            <a:off x="11109960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18393"/>
                </a:solidFill>
              </a:rPr>
              <a:t>5</a:t>
            </a:r>
            <a:endParaRPr lang="en-US" sz="1000"/>
          </a:p>
        </p:txBody>
      </p:sp>
      <p:pic>
        <p:nvPicPr>
          <p:cNvPr id="35" name="Picture 34" descr="Asset 1.png">
            <a:extLst>
              <a:ext uri="{FF2B5EF4-FFF2-40B4-BE49-F238E27FC236}">
                <a16:creationId xmlns:a16="http://schemas.microsoft.com/office/drawing/2014/main" id="{31977935-7570-1040-423D-416C025171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346" b="532"/>
          <a:stretch>
            <a:fillRect/>
          </a:stretch>
        </p:blipFill>
        <p:spPr>
          <a:xfrm>
            <a:off x="10349675" y="5685282"/>
            <a:ext cx="1825570" cy="1174818"/>
          </a:xfrm>
          <a:prstGeom prst="rect">
            <a:avLst/>
          </a:prstGeom>
        </p:spPr>
      </p:pic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31442"/>
              </p:ext>
            </p:extLst>
          </p:nvPr>
        </p:nvGraphicFramePr>
        <p:xfrm>
          <a:off x="6193536" y="1371600"/>
          <a:ext cx="5420653" cy="3370929"/>
        </p:xfrm>
        <a:graphic>
          <a:graphicData uri="http://schemas.openxmlformats.org/drawingml/2006/table">
            <a:tbl>
              <a:tblPr/>
              <a:tblGrid>
                <a:gridCol w="559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0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9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2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Priority</a:t>
                      </a:r>
                      <a:endParaRPr lang="en-US" sz="1050" b="1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050" b="1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 Evidence</a:t>
                      </a:r>
                      <a:endParaRPr lang="en-US" sz="1050" b="1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50" b="1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Re-Capacity Plan (On-Progress)</a:t>
                      </a: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Trend CPU 2-3 </a:t>
                      </a:r>
                      <a:r>
                        <a:rPr lang="en-US" sz="900" b="0" i="0" u="none" strike="noStrike" baseline="0" noProof="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bulan</a:t>
                      </a:r>
                      <a:r>
                        <a:rPr lang="en-US" sz="900" b="0" i="0" u="none" strike="noStrike" baseline="0" noProof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per host Critical; </a:t>
                      </a:r>
                      <a:r>
                        <a:rPr lang="en-US" sz="900" b="0" i="0" u="none" strike="noStrike" baseline="0" noProof="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hasil</a:t>
                      </a:r>
                      <a:r>
                        <a:rPr lang="en-US" sz="900" b="0" i="0" u="none" strike="noStrike" baseline="0" noProof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sizing </a:t>
                      </a:r>
                      <a:r>
                        <a:rPr lang="en-US" sz="900" b="0" i="0" u="none" strike="noStrike" baseline="0" noProof="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kebutuhan</a:t>
                      </a:r>
                      <a:r>
                        <a:rPr lang="en-US" sz="900" b="0" i="0" u="none" strike="noStrike" baseline="0" noProof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core </a:t>
                      </a:r>
                      <a:r>
                        <a:rPr lang="en-US" sz="900" b="0" i="0" u="none" strike="noStrike" baseline="0" noProof="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tambahan</a:t>
                      </a:r>
                      <a:r>
                        <a:rPr lang="en-US" sz="900" b="0" i="0" u="none" strike="noStrike" baseline="0" noProof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; timeline procurement dan </a:t>
                      </a:r>
                      <a:r>
                        <a:rPr lang="en-US" sz="900" b="0" i="0" u="none" strike="noStrike" baseline="0" noProof="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implementasi</a:t>
                      </a:r>
                      <a:r>
                        <a:rPr lang="en-US" sz="900" b="0" i="0" u="none" strike="noStrike" baseline="0" noProof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; </a:t>
                      </a:r>
                      <a:r>
                        <a:rPr lang="en-US" sz="900" b="0" i="0" u="none" strike="noStrike" baseline="0" noProof="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validasi</a:t>
                      </a:r>
                      <a:r>
                        <a:rPr lang="en-US" sz="900" b="0" i="0" u="none" strike="noStrike" baseline="0" noProof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CPU &lt;80% </a:t>
                      </a:r>
                      <a:r>
                        <a:rPr lang="en-US" sz="900" b="0" i="0" u="none" strike="noStrike" baseline="0" noProof="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pasca</a:t>
                      </a:r>
                      <a:r>
                        <a:rPr lang="en-US" sz="900" b="0" i="0" u="none" strike="noStrike" baseline="0" noProof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upgrade.</a:t>
                      </a:r>
                      <a:endParaRPr lang="en-US"/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DBA, IFM, APP</a:t>
                      </a: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1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P1</a:t>
                      </a:r>
                      <a:endParaRPr lang="en-US" sz="9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XLA drain control</a:t>
                      </a:r>
                      <a:endParaRPr lang="en-US" sz="9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Konfirmasi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 residual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pasca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 31 Jul; alert &gt;1% volume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harian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; deterministic sweep.</a:t>
                      </a:r>
                      <a:endParaRPr lang="en-US" sz="9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DBA, APP</a:t>
                      </a:r>
                      <a:endParaRPr lang="en-US"/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8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P1</a:t>
                      </a:r>
                      <a:endParaRPr lang="en-US" sz="9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Accounting RCA</a:t>
                      </a:r>
                      <a:endParaRPr lang="en-US" sz="9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Map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ValidateAAD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 / ORA-01403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ke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 event class dan source data.</a:t>
                      </a:r>
                      <a:endParaRPr lang="en-US" sz="9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User, APP</a:t>
                      </a:r>
                    </a:p>
                  </a:txBody>
                  <a:tcPr marL="36576" marR="36576" marT="36576" marB="36576" anchor="ctr">
                    <a:lnL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742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P1</a:t>
                      </a:r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CPU correlation</a:t>
                      </a:r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Overlay concurrent request, DB session, dan CPU timestamp pada </a:t>
                      </a:r>
                      <a:r>
                        <a:rPr lang="en-US" sz="900" b="0" i="0" u="none" strike="noStrike" noProof="0" err="1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tanggal</a:t>
                      </a:r>
                      <a:r>
                        <a:rPr lang="en-US" sz="900" b="0" i="0" u="none" strike="noStrike" noProof="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 peak.</a:t>
                      </a:r>
                    </a:p>
                    <a:p>
                      <a:pPr marL="0" lvl="0" indent="0">
                        <a:buNone/>
                      </a:pPr>
                      <a:endParaRPr lang="en-US" sz="900">
                        <a:solidFill>
                          <a:srgbClr val="262626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DBA, APP</a:t>
                      </a:r>
                    </a:p>
                    <a:p>
                      <a:pPr marL="0" lvl="0" indent="0">
                        <a:buNone/>
                      </a:pPr>
                      <a:endParaRPr lang="en-US" sz="900">
                        <a:solidFill>
                          <a:srgbClr val="262626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90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86454"/>
                  </a:ext>
                </a:extLst>
              </a:tr>
              <a:tr h="602188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P2</a:t>
                      </a:r>
                      <a:endParaRPr lang="en-US" sz="900">
                        <a:solidFill>
                          <a:srgbClr val="00B050"/>
                        </a:solidFill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89">
                      <a:solidFill>
                        <a:srgbClr val="D7E2E6"/>
                      </a:solidFill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Gathering GL Posted &amp; Unposted (On-Going)</a:t>
                      </a:r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89">
                      <a:solidFill>
                        <a:srgbClr val="D7E2E6"/>
                      </a:solidFill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Konfirmasi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dan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diskusi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dengan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developer data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apa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yang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dibutuhkan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untuk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memastikan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bahwa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sudah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Posted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atau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900" err="1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masih</a:t>
                      </a: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Unposted</a:t>
                      </a:r>
                      <a:endParaRPr lang="en-US"/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89">
                      <a:solidFill>
                        <a:srgbClr val="D7E2E6"/>
                      </a:solidFill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900">
                          <a:solidFill>
                            <a:srgbClr val="262626"/>
                          </a:solidFill>
                          <a:latin typeface="Arial"/>
                          <a:ea typeface="Arial" charset="0"/>
                          <a:cs typeface="Arial"/>
                        </a:rPr>
                        <a:t>Apps / Dev</a:t>
                      </a:r>
                    </a:p>
                  </a:txBody>
                  <a:tcPr marL="36576" marR="36576" marT="36576" marB="36576" anchor="ctr">
                    <a:lnL w="8889">
                      <a:solidFill>
                        <a:srgbClr val="D7E2E6"/>
                      </a:solidFill>
                    </a:lnL>
                    <a:lnR w="8889">
                      <a:solidFill>
                        <a:srgbClr val="D7E2E6"/>
                      </a:solidFill>
                    </a:lnR>
                    <a:lnT w="8889">
                      <a:solidFill>
                        <a:srgbClr val="D7E2E6"/>
                      </a:solidFill>
                    </a:lnT>
                    <a:lnB w="8889">
                      <a:solidFill>
                        <a:srgbClr val="D7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1452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0C7A89002D3249BA3155C5C517C2F2" ma:contentTypeVersion="16" ma:contentTypeDescription="Create a new document." ma:contentTypeScope="" ma:versionID="4f8984d6748f53b6b31b03179ea2b9d6">
  <xsd:schema xmlns:xsd="http://www.w3.org/2001/XMLSchema" xmlns:xs="http://www.w3.org/2001/XMLSchema" xmlns:p="http://schemas.microsoft.com/office/2006/metadata/properties" xmlns:ns1="http://schemas.microsoft.com/sharepoint/v3" xmlns:ns2="53926e57-45a7-4ef0-975b-55b24c6b76ad" xmlns:ns3="98c28374-8600-4356-b53c-c70f6a9141e7" targetNamespace="http://schemas.microsoft.com/office/2006/metadata/properties" ma:root="true" ma:fieldsID="6378f01ce680c1f787203840da72fff8" ns1:_="" ns2:_="" ns3:_="">
    <xsd:import namespace="http://schemas.microsoft.com/sharepoint/v3"/>
    <xsd:import namespace="53926e57-45a7-4ef0-975b-55b24c6b76ad"/>
    <xsd:import namespace="98c28374-8600-4356-b53c-c70f6a9141e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926e57-45a7-4ef0-975b-55b24c6b76a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50a4bc3a-8e7d-4358-8863-851b3bb81dd2}" ma:internalName="TaxCatchAll" ma:showField="CatchAllData" ma:web="53926e57-45a7-4ef0-975b-55b24c6b76a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c28374-8600-4356-b53c-c70f6a9141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b9727089-2a7e-4b6f-b79a-125106604be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3926e57-45a7-4ef0-975b-55b24c6b76ad" xsi:nil="true"/>
    <_ip_UnifiedCompliancePolicyUIAction xmlns="http://schemas.microsoft.com/sharepoint/v3" xsi:nil="true"/>
    <_ip_UnifiedCompliancePolicyProperties xmlns="http://schemas.microsoft.com/sharepoint/v3" xsi:nil="true"/>
    <lcf76f155ced4ddcb4097134ff3c332f xmlns="98c28374-8600-4356-b53c-c70f6a9141e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6B61C0A-B48D-4FE1-B8D3-34068F64D8AA}">
  <ds:schemaRefs>
    <ds:schemaRef ds:uri="53926e57-45a7-4ef0-975b-55b24c6b76ad"/>
    <ds:schemaRef ds:uri="98c28374-8600-4356-b53c-c70f6a9141e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947FCAB-FBE5-4B2F-9D1C-FD539394B8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2BAAE3-7E71-4EE5-8834-10402DF678D2}">
  <ds:schemaRefs>
    <ds:schemaRef ds:uri="53926e57-45a7-4ef0-975b-55b24c6b76ad"/>
    <ds:schemaRef ds:uri="98c28374-8600-4356-b53c-c70f6a9141e7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PT Bank Negara Indonesia (Persero) Tbk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EFS Monthly Health Report July 2026</dc:title>
  <dc:subject>June vs July 2026 comparison</dc:subject>
  <dc:creator>Rahmat Pratama Aji</dc:creator>
  <cp:revision>14</cp:revision>
  <dcterms:created xsi:type="dcterms:W3CDTF">2026-08-05T09:11:55Z</dcterms:created>
  <dcterms:modified xsi:type="dcterms:W3CDTF">2026-08-11T10:17:41Z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0x010100980C7A89002D3249BA3155C5C517C2F2</vt:lpwstr>
  </property>
  <property fmtid="{D5CDD505-2E9C-101B-9397-08002B2CF9AE}" pid="3" name="MediaServiceImageTags">
    <vt:lpwstr/>
  </property>
</Properties>
</file>